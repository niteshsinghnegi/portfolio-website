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1430000" cy="6445250"/>
  <p:notesSz cx="11430000" cy="64452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810" y="-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114E72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114E72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114E72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87374" y="1958975"/>
            <a:ext cx="3342004" cy="3355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124E73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114E72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FFFB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374" y="996950"/>
            <a:ext cx="4139565" cy="101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114E72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500" y="1482407"/>
            <a:ext cx="1028700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CF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253"/>
            <a:ext cx="4286250" cy="643864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87375" y="2225675"/>
            <a:ext cx="5001260" cy="10731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spc="229" dirty="0"/>
              <a:t>Smart</a:t>
            </a:r>
            <a:r>
              <a:rPr spc="15" dirty="0"/>
              <a:t> </a:t>
            </a:r>
            <a:r>
              <a:rPr spc="95" dirty="0"/>
              <a:t>Classroom </a:t>
            </a:r>
            <a:r>
              <a:rPr spc="310" dirty="0"/>
              <a:t>Management</a:t>
            </a:r>
            <a:r>
              <a:rPr spc="25" dirty="0"/>
              <a:t> </a:t>
            </a:r>
            <a:r>
              <a:rPr spc="250" dirty="0"/>
              <a:t>Software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87375" y="3373437"/>
            <a:ext cx="1746885" cy="7696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40" dirty="0">
                <a:solidFill>
                  <a:srgbClr val="114E72"/>
                </a:solidFill>
                <a:latin typeface="Microsoft Sans Serif"/>
                <a:cs typeface="Microsoft Sans Serif"/>
              </a:rPr>
              <a:t>SIH1625</a:t>
            </a:r>
            <a:endParaRPr sz="16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6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350" spc="-20" dirty="0">
                <a:solidFill>
                  <a:srgbClr val="2B404F"/>
                </a:solidFill>
                <a:latin typeface="Tahoma"/>
                <a:cs typeface="Tahoma"/>
              </a:rPr>
              <a:t>Bareilly</a:t>
            </a:r>
            <a:r>
              <a:rPr sz="1350" spc="-10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50" spc="-40" dirty="0">
                <a:solidFill>
                  <a:srgbClr val="2B404F"/>
                </a:solidFill>
                <a:latin typeface="Tahoma"/>
                <a:cs typeface="Tahoma"/>
              </a:rPr>
              <a:t>College,</a:t>
            </a:r>
            <a:r>
              <a:rPr sz="1350" spc="-9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B404F"/>
                </a:solidFill>
                <a:latin typeface="Tahoma"/>
                <a:cs typeface="Tahoma"/>
              </a:rPr>
              <a:t>Bareilly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7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65" dirty="0">
                <a:solidFill>
                  <a:srgbClr val="124E73"/>
                </a:solidFill>
              </a:rPr>
              <a:t>Project</a:t>
            </a:r>
            <a:r>
              <a:rPr spc="5" dirty="0">
                <a:solidFill>
                  <a:srgbClr val="124E73"/>
                </a:solidFill>
              </a:rPr>
              <a:t> </a:t>
            </a:r>
            <a:r>
              <a:rPr spc="195" dirty="0">
                <a:solidFill>
                  <a:srgbClr val="124E73"/>
                </a:solidFill>
              </a:rPr>
              <a:t>Overview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00074" y="2276474"/>
            <a:ext cx="3295650" cy="2771775"/>
            <a:chOff x="600074" y="2276474"/>
            <a:chExt cx="3295650" cy="2771775"/>
          </a:xfrm>
        </p:grpSpPr>
        <p:sp>
          <p:nvSpPr>
            <p:cNvPr id="4" name="object 4"/>
            <p:cNvSpPr/>
            <p:nvPr/>
          </p:nvSpPr>
          <p:spPr>
            <a:xfrm>
              <a:off x="600074" y="2276474"/>
              <a:ext cx="3295650" cy="2771775"/>
            </a:xfrm>
            <a:custGeom>
              <a:avLst/>
              <a:gdLst/>
              <a:ahLst/>
              <a:cxnLst/>
              <a:rect l="l" t="t" r="r" b="b"/>
              <a:pathLst>
                <a:path w="3295650" h="2771775">
                  <a:moveTo>
                    <a:pt x="3277060" y="2771774"/>
                  </a:moveTo>
                  <a:lnTo>
                    <a:pt x="18589" y="2771774"/>
                  </a:lnTo>
                  <a:lnTo>
                    <a:pt x="15855" y="2771230"/>
                  </a:lnTo>
                  <a:lnTo>
                    <a:pt x="0" y="2753185"/>
                  </a:lnTo>
                  <a:lnTo>
                    <a:pt x="0" y="2750343"/>
                  </a:lnTo>
                  <a:lnTo>
                    <a:pt x="0" y="18589"/>
                  </a:lnTo>
                  <a:lnTo>
                    <a:pt x="18589" y="0"/>
                  </a:lnTo>
                  <a:lnTo>
                    <a:pt x="3277060" y="0"/>
                  </a:lnTo>
                  <a:lnTo>
                    <a:pt x="3295649" y="18589"/>
                  </a:lnTo>
                  <a:lnTo>
                    <a:pt x="3295649" y="2753185"/>
                  </a:lnTo>
                  <a:lnTo>
                    <a:pt x="3279793" y="2771230"/>
                  </a:lnTo>
                  <a:lnTo>
                    <a:pt x="3277060" y="2771774"/>
                  </a:lnTo>
                  <a:close/>
                </a:path>
              </a:pathLst>
            </a:custGeom>
            <a:solidFill>
              <a:srgbClr val="F2ED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71524" y="2447924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7" y="514349"/>
                  </a:moveTo>
                  <a:lnTo>
                    <a:pt x="248752" y="514349"/>
                  </a:lnTo>
                  <a:lnTo>
                    <a:pt x="240349" y="513937"/>
                  </a:lnTo>
                  <a:lnTo>
                    <a:pt x="198741" y="507765"/>
                  </a:lnTo>
                  <a:lnTo>
                    <a:pt x="150976" y="491550"/>
                  </a:lnTo>
                  <a:lnTo>
                    <a:pt x="107292" y="466328"/>
                  </a:lnTo>
                  <a:lnTo>
                    <a:pt x="69369" y="433069"/>
                  </a:lnTo>
                  <a:lnTo>
                    <a:pt x="38662" y="393049"/>
                  </a:lnTo>
                  <a:lnTo>
                    <a:pt x="16352" y="347809"/>
                  </a:lnTo>
                  <a:lnTo>
                    <a:pt x="3298" y="299086"/>
                  </a:lnTo>
                  <a:lnTo>
                    <a:pt x="0" y="265598"/>
                  </a:lnTo>
                  <a:lnTo>
                    <a:pt x="0" y="257174"/>
                  </a:lnTo>
                  <a:lnTo>
                    <a:pt x="0" y="248752"/>
                  </a:lnTo>
                  <a:lnTo>
                    <a:pt x="6584" y="198741"/>
                  </a:lnTo>
                  <a:lnTo>
                    <a:pt x="22799" y="150976"/>
                  </a:lnTo>
                  <a:lnTo>
                    <a:pt x="48021" y="107292"/>
                  </a:lnTo>
                  <a:lnTo>
                    <a:pt x="81280" y="69369"/>
                  </a:lnTo>
                  <a:lnTo>
                    <a:pt x="121299" y="38662"/>
                  </a:lnTo>
                  <a:lnTo>
                    <a:pt x="166540" y="16353"/>
                  </a:lnTo>
                  <a:lnTo>
                    <a:pt x="215263" y="3298"/>
                  </a:lnTo>
                  <a:lnTo>
                    <a:pt x="248752" y="0"/>
                  </a:lnTo>
                  <a:lnTo>
                    <a:pt x="265597" y="0"/>
                  </a:lnTo>
                  <a:lnTo>
                    <a:pt x="315608" y="6584"/>
                  </a:lnTo>
                  <a:lnTo>
                    <a:pt x="363373" y="22799"/>
                  </a:lnTo>
                  <a:lnTo>
                    <a:pt x="407056" y="48021"/>
                  </a:lnTo>
                  <a:lnTo>
                    <a:pt x="444980" y="81280"/>
                  </a:lnTo>
                  <a:lnTo>
                    <a:pt x="475687" y="121299"/>
                  </a:lnTo>
                  <a:lnTo>
                    <a:pt x="497996" y="166540"/>
                  </a:lnTo>
                  <a:lnTo>
                    <a:pt x="511051" y="215263"/>
                  </a:lnTo>
                  <a:lnTo>
                    <a:pt x="514349" y="248752"/>
                  </a:lnTo>
                  <a:lnTo>
                    <a:pt x="514349" y="265598"/>
                  </a:lnTo>
                  <a:lnTo>
                    <a:pt x="507765" y="315607"/>
                  </a:lnTo>
                  <a:lnTo>
                    <a:pt x="491550" y="363372"/>
                  </a:lnTo>
                  <a:lnTo>
                    <a:pt x="466328" y="407056"/>
                  </a:lnTo>
                  <a:lnTo>
                    <a:pt x="433069" y="444980"/>
                  </a:lnTo>
                  <a:lnTo>
                    <a:pt x="393050" y="475687"/>
                  </a:lnTo>
                  <a:lnTo>
                    <a:pt x="347809" y="497996"/>
                  </a:lnTo>
                  <a:lnTo>
                    <a:pt x="299086" y="511051"/>
                  </a:lnTo>
                  <a:lnTo>
                    <a:pt x="274000" y="513937"/>
                  </a:lnTo>
                  <a:lnTo>
                    <a:pt x="265597" y="514349"/>
                  </a:lnTo>
                  <a:close/>
                </a:path>
              </a:pathLst>
            </a:custGeom>
            <a:solidFill>
              <a:srgbClr val="325E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415" y="2590799"/>
              <a:ext cx="236611" cy="23657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58824" y="3116262"/>
            <a:ext cx="2943225" cy="14363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55" dirty="0">
                <a:solidFill>
                  <a:srgbClr val="2A404F"/>
                </a:solidFill>
                <a:latin typeface="Microsoft Sans Serif"/>
                <a:cs typeface="Microsoft Sans Serif"/>
              </a:rPr>
              <a:t>Objective</a:t>
            </a:r>
            <a:endParaRPr sz="1650">
              <a:latin typeface="Microsoft Sans Serif"/>
              <a:cs typeface="Microsoft Sans Serif"/>
            </a:endParaRPr>
          </a:p>
          <a:p>
            <a:pPr marL="12700" marR="5080">
              <a:lnSpc>
                <a:spcPct val="132700"/>
              </a:lnSpc>
              <a:spcBef>
                <a:spcPts val="490"/>
              </a:spcBef>
            </a:pPr>
            <a:r>
              <a:rPr sz="1350" spc="-40" dirty="0">
                <a:solidFill>
                  <a:srgbClr val="2A404F"/>
                </a:solidFill>
                <a:latin typeface="Tahoma"/>
                <a:cs typeface="Tahoma"/>
              </a:rPr>
              <a:t>Develop</a:t>
            </a:r>
            <a:r>
              <a:rPr sz="1350" spc="-10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35" dirty="0">
                <a:solidFill>
                  <a:srgbClr val="2A404F"/>
                </a:solidFill>
                <a:latin typeface="Tahoma"/>
                <a:cs typeface="Tahoma"/>
              </a:rPr>
              <a:t>an</a:t>
            </a:r>
            <a:r>
              <a:rPr sz="1350" spc="-10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40" dirty="0">
                <a:solidFill>
                  <a:srgbClr val="2A404F"/>
                </a:solidFill>
                <a:latin typeface="Tahoma"/>
                <a:cs typeface="Tahoma"/>
              </a:rPr>
              <a:t>integrated</a:t>
            </a:r>
            <a:r>
              <a:rPr sz="1350" spc="-10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2A404F"/>
                </a:solidFill>
                <a:latin typeface="Tahoma"/>
                <a:cs typeface="Tahoma"/>
              </a:rPr>
              <a:t>platform</a:t>
            </a:r>
            <a:r>
              <a:rPr sz="1350" spc="-10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2A404F"/>
                </a:solidFill>
                <a:latin typeface="Tahoma"/>
                <a:cs typeface="Tahoma"/>
              </a:rPr>
              <a:t>that </a:t>
            </a:r>
            <a:r>
              <a:rPr sz="1350" spc="-35" dirty="0">
                <a:solidFill>
                  <a:srgbClr val="2A404F"/>
                </a:solidFill>
                <a:latin typeface="Tahoma"/>
                <a:cs typeface="Tahoma"/>
              </a:rPr>
              <a:t>streamlines</a:t>
            </a:r>
            <a:r>
              <a:rPr sz="1350" spc="-7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2A404F"/>
                </a:solidFill>
                <a:latin typeface="Tahoma"/>
                <a:cs typeface="Tahoma"/>
              </a:rPr>
              <a:t>classroom</a:t>
            </a:r>
            <a:r>
              <a:rPr sz="1350" spc="-7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A404F"/>
                </a:solidFill>
                <a:latin typeface="Tahoma"/>
                <a:cs typeface="Tahoma"/>
              </a:rPr>
              <a:t>operations, </a:t>
            </a:r>
            <a:r>
              <a:rPr sz="1350" spc="-40" dirty="0">
                <a:solidFill>
                  <a:srgbClr val="2A404F"/>
                </a:solidFill>
                <a:latin typeface="Tahoma"/>
                <a:cs typeface="Tahoma"/>
              </a:rPr>
              <a:t>enhances</a:t>
            </a:r>
            <a:r>
              <a:rPr sz="1350" spc="-8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30" dirty="0">
                <a:solidFill>
                  <a:srgbClr val="2A404F"/>
                </a:solidFill>
                <a:latin typeface="Tahoma"/>
                <a:cs typeface="Tahoma"/>
              </a:rPr>
              <a:t>student</a:t>
            </a:r>
            <a:r>
              <a:rPr sz="1350" spc="-8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55" dirty="0">
                <a:solidFill>
                  <a:srgbClr val="2A404F"/>
                </a:solidFill>
                <a:latin typeface="Tahoma"/>
                <a:cs typeface="Tahoma"/>
              </a:rPr>
              <a:t>engagement,</a:t>
            </a:r>
            <a:r>
              <a:rPr sz="1350" spc="-8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2A404F"/>
                </a:solidFill>
                <a:latin typeface="Tahoma"/>
                <a:cs typeface="Tahoma"/>
              </a:rPr>
              <a:t>and </a:t>
            </a:r>
            <a:r>
              <a:rPr sz="1350" spc="-30" dirty="0">
                <a:solidFill>
                  <a:srgbClr val="2A404F"/>
                </a:solidFill>
                <a:latin typeface="Tahoma"/>
                <a:cs typeface="Tahoma"/>
              </a:rPr>
              <a:t>provides</a:t>
            </a:r>
            <a:r>
              <a:rPr sz="1350" spc="-11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50" dirty="0">
                <a:solidFill>
                  <a:srgbClr val="2A404F"/>
                </a:solidFill>
                <a:latin typeface="Tahoma"/>
                <a:cs typeface="Tahoma"/>
              </a:rPr>
              <a:t>real-</a:t>
            </a:r>
            <a:r>
              <a:rPr sz="1350" spc="-20" dirty="0">
                <a:solidFill>
                  <a:srgbClr val="2A404F"/>
                </a:solidFill>
                <a:latin typeface="Tahoma"/>
                <a:cs typeface="Tahoma"/>
              </a:rPr>
              <a:t>time</a:t>
            </a:r>
            <a:r>
              <a:rPr sz="1350" spc="-10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2A404F"/>
                </a:solidFill>
                <a:latin typeface="Tahoma"/>
                <a:cs typeface="Tahoma"/>
              </a:rPr>
              <a:t>insights</a:t>
            </a:r>
            <a:r>
              <a:rPr sz="1350" spc="-10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35" dirty="0">
                <a:solidFill>
                  <a:srgbClr val="2A404F"/>
                </a:solidFill>
                <a:latin typeface="Tahoma"/>
                <a:cs typeface="Tahoma"/>
              </a:rPr>
              <a:t>for</a:t>
            </a:r>
            <a:r>
              <a:rPr sz="1350" spc="-11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30" dirty="0">
                <a:solidFill>
                  <a:srgbClr val="2A404F"/>
                </a:solidFill>
                <a:latin typeface="Tahoma"/>
                <a:cs typeface="Tahoma"/>
              </a:rPr>
              <a:t>educators.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067174" y="2276474"/>
            <a:ext cx="3295650" cy="2771775"/>
            <a:chOff x="4067174" y="2276474"/>
            <a:chExt cx="3295650" cy="2771775"/>
          </a:xfrm>
        </p:grpSpPr>
        <p:sp>
          <p:nvSpPr>
            <p:cNvPr id="9" name="object 9"/>
            <p:cNvSpPr/>
            <p:nvPr/>
          </p:nvSpPr>
          <p:spPr>
            <a:xfrm>
              <a:off x="4067174" y="2276474"/>
              <a:ext cx="3295650" cy="2771775"/>
            </a:xfrm>
            <a:custGeom>
              <a:avLst/>
              <a:gdLst/>
              <a:ahLst/>
              <a:cxnLst/>
              <a:rect l="l" t="t" r="r" b="b"/>
              <a:pathLst>
                <a:path w="3295650" h="2771775">
                  <a:moveTo>
                    <a:pt x="3277059" y="2771774"/>
                  </a:moveTo>
                  <a:lnTo>
                    <a:pt x="18589" y="2771774"/>
                  </a:lnTo>
                  <a:lnTo>
                    <a:pt x="15855" y="2771230"/>
                  </a:lnTo>
                  <a:lnTo>
                    <a:pt x="0" y="2753185"/>
                  </a:lnTo>
                  <a:lnTo>
                    <a:pt x="0" y="2750343"/>
                  </a:lnTo>
                  <a:lnTo>
                    <a:pt x="0" y="18589"/>
                  </a:lnTo>
                  <a:lnTo>
                    <a:pt x="18589" y="0"/>
                  </a:lnTo>
                  <a:lnTo>
                    <a:pt x="3277059" y="0"/>
                  </a:lnTo>
                  <a:lnTo>
                    <a:pt x="3295649" y="18589"/>
                  </a:lnTo>
                  <a:lnTo>
                    <a:pt x="3295649" y="2753185"/>
                  </a:lnTo>
                  <a:lnTo>
                    <a:pt x="3279793" y="2771230"/>
                  </a:lnTo>
                  <a:lnTo>
                    <a:pt x="3277059" y="2771774"/>
                  </a:lnTo>
                  <a:close/>
                </a:path>
              </a:pathLst>
            </a:custGeom>
            <a:solidFill>
              <a:srgbClr val="F2ED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38624" y="2447924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8" y="514349"/>
                  </a:moveTo>
                  <a:lnTo>
                    <a:pt x="248752" y="514349"/>
                  </a:lnTo>
                  <a:lnTo>
                    <a:pt x="240349" y="513937"/>
                  </a:lnTo>
                  <a:lnTo>
                    <a:pt x="198741" y="507765"/>
                  </a:lnTo>
                  <a:lnTo>
                    <a:pt x="150976" y="491550"/>
                  </a:lnTo>
                  <a:lnTo>
                    <a:pt x="107292" y="466328"/>
                  </a:lnTo>
                  <a:lnTo>
                    <a:pt x="69368" y="433069"/>
                  </a:lnTo>
                  <a:lnTo>
                    <a:pt x="38661" y="393049"/>
                  </a:lnTo>
                  <a:lnTo>
                    <a:pt x="16352" y="347809"/>
                  </a:lnTo>
                  <a:lnTo>
                    <a:pt x="3298" y="299086"/>
                  </a:lnTo>
                  <a:lnTo>
                    <a:pt x="0" y="257174"/>
                  </a:lnTo>
                  <a:lnTo>
                    <a:pt x="0" y="248752"/>
                  </a:lnTo>
                  <a:lnTo>
                    <a:pt x="6584" y="198741"/>
                  </a:lnTo>
                  <a:lnTo>
                    <a:pt x="22798" y="150976"/>
                  </a:lnTo>
                  <a:lnTo>
                    <a:pt x="48020" y="107292"/>
                  </a:lnTo>
                  <a:lnTo>
                    <a:pt x="81279" y="69369"/>
                  </a:lnTo>
                  <a:lnTo>
                    <a:pt x="121298" y="38662"/>
                  </a:lnTo>
                  <a:lnTo>
                    <a:pt x="166539" y="16353"/>
                  </a:lnTo>
                  <a:lnTo>
                    <a:pt x="215263" y="3298"/>
                  </a:lnTo>
                  <a:lnTo>
                    <a:pt x="248752" y="0"/>
                  </a:lnTo>
                  <a:lnTo>
                    <a:pt x="265598" y="0"/>
                  </a:lnTo>
                  <a:lnTo>
                    <a:pt x="315607" y="6584"/>
                  </a:lnTo>
                  <a:lnTo>
                    <a:pt x="363372" y="22799"/>
                  </a:lnTo>
                  <a:lnTo>
                    <a:pt x="407056" y="48021"/>
                  </a:lnTo>
                  <a:lnTo>
                    <a:pt x="444980" y="81280"/>
                  </a:lnTo>
                  <a:lnTo>
                    <a:pt x="475687" y="121299"/>
                  </a:lnTo>
                  <a:lnTo>
                    <a:pt x="497996" y="166540"/>
                  </a:lnTo>
                  <a:lnTo>
                    <a:pt x="511051" y="215263"/>
                  </a:lnTo>
                  <a:lnTo>
                    <a:pt x="514350" y="248752"/>
                  </a:lnTo>
                  <a:lnTo>
                    <a:pt x="514350" y="265598"/>
                  </a:lnTo>
                  <a:lnTo>
                    <a:pt x="507764" y="315607"/>
                  </a:lnTo>
                  <a:lnTo>
                    <a:pt x="491549" y="363372"/>
                  </a:lnTo>
                  <a:lnTo>
                    <a:pt x="466328" y="407056"/>
                  </a:lnTo>
                  <a:lnTo>
                    <a:pt x="433069" y="444980"/>
                  </a:lnTo>
                  <a:lnTo>
                    <a:pt x="393050" y="475687"/>
                  </a:lnTo>
                  <a:lnTo>
                    <a:pt x="347809" y="497996"/>
                  </a:lnTo>
                  <a:lnTo>
                    <a:pt x="299086" y="511051"/>
                  </a:lnTo>
                  <a:lnTo>
                    <a:pt x="265598" y="514349"/>
                  </a:lnTo>
                  <a:close/>
                </a:path>
              </a:pathLst>
            </a:custGeom>
            <a:solidFill>
              <a:srgbClr val="325E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00726" y="2585468"/>
              <a:ext cx="192975" cy="24188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225925" y="3116262"/>
            <a:ext cx="2685415" cy="17125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10" dirty="0">
                <a:solidFill>
                  <a:srgbClr val="2A404F"/>
                </a:solidFill>
                <a:latin typeface="Microsoft Sans Serif"/>
                <a:cs typeface="Microsoft Sans Serif"/>
              </a:rPr>
              <a:t>Scope</a:t>
            </a:r>
            <a:endParaRPr sz="1650">
              <a:latin typeface="Microsoft Sans Serif"/>
              <a:cs typeface="Microsoft Sans Serif"/>
            </a:endParaRPr>
          </a:p>
          <a:p>
            <a:pPr marL="12700" marR="5080">
              <a:lnSpc>
                <a:spcPct val="133100"/>
              </a:lnSpc>
              <a:spcBef>
                <a:spcPts val="484"/>
              </a:spcBef>
            </a:pPr>
            <a:r>
              <a:rPr sz="1350" spc="-30" dirty="0">
                <a:solidFill>
                  <a:srgbClr val="2A404F"/>
                </a:solidFill>
                <a:latin typeface="Tahoma"/>
                <a:cs typeface="Tahoma"/>
              </a:rPr>
              <a:t>Complete</a:t>
            </a:r>
            <a:r>
              <a:rPr sz="1350" spc="-10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2A404F"/>
                </a:solidFill>
                <a:latin typeface="Tahoma"/>
                <a:cs typeface="Tahoma"/>
              </a:rPr>
              <a:t>classroom</a:t>
            </a:r>
            <a:r>
              <a:rPr sz="1350" spc="-9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A404F"/>
                </a:solidFill>
                <a:latin typeface="Tahoma"/>
                <a:cs typeface="Tahoma"/>
              </a:rPr>
              <a:t>ecosystem including</a:t>
            </a:r>
            <a:r>
              <a:rPr sz="1350" spc="-11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40" dirty="0">
                <a:solidFill>
                  <a:srgbClr val="2A404F"/>
                </a:solidFill>
                <a:latin typeface="Tahoma"/>
                <a:cs typeface="Tahoma"/>
              </a:rPr>
              <a:t>attendance</a:t>
            </a:r>
            <a:r>
              <a:rPr sz="1350" spc="-10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A404F"/>
                </a:solidFill>
                <a:latin typeface="Tahoma"/>
                <a:cs typeface="Tahoma"/>
              </a:rPr>
              <a:t>tracking, </a:t>
            </a:r>
            <a:r>
              <a:rPr sz="1350" spc="-35" dirty="0">
                <a:solidFill>
                  <a:srgbClr val="2A404F"/>
                </a:solidFill>
                <a:latin typeface="Tahoma"/>
                <a:cs typeface="Tahoma"/>
              </a:rPr>
              <a:t>assignment</a:t>
            </a:r>
            <a:r>
              <a:rPr sz="1350" spc="-7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45" dirty="0">
                <a:solidFill>
                  <a:srgbClr val="2A404F"/>
                </a:solidFill>
                <a:latin typeface="Tahoma"/>
                <a:cs typeface="Tahoma"/>
              </a:rPr>
              <a:t>management,</a:t>
            </a:r>
            <a:r>
              <a:rPr sz="1350" spc="-7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2A404F"/>
                </a:solidFill>
                <a:latin typeface="Tahoma"/>
                <a:cs typeface="Tahoma"/>
              </a:rPr>
              <a:t>interactive </a:t>
            </a:r>
            <a:r>
              <a:rPr sz="1350" spc="-30" dirty="0">
                <a:solidFill>
                  <a:srgbClr val="2A404F"/>
                </a:solidFill>
                <a:latin typeface="Tahoma"/>
                <a:cs typeface="Tahoma"/>
              </a:rPr>
              <a:t>learning</a:t>
            </a:r>
            <a:r>
              <a:rPr sz="1350" spc="-12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2A404F"/>
                </a:solidFill>
                <a:latin typeface="Tahoma"/>
                <a:cs typeface="Tahoma"/>
              </a:rPr>
              <a:t>tools,</a:t>
            </a:r>
            <a:r>
              <a:rPr sz="1350" spc="-114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2A404F"/>
                </a:solidFill>
                <a:latin typeface="Tahoma"/>
                <a:cs typeface="Tahoma"/>
              </a:rPr>
              <a:t>and</a:t>
            </a:r>
            <a:r>
              <a:rPr sz="1350" spc="-12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A404F"/>
                </a:solidFill>
                <a:latin typeface="Tahoma"/>
                <a:cs typeface="Tahoma"/>
              </a:rPr>
              <a:t>performance analytics.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534274" y="2276474"/>
            <a:ext cx="3295650" cy="2771775"/>
            <a:chOff x="7534274" y="2276474"/>
            <a:chExt cx="3295650" cy="2771775"/>
          </a:xfrm>
        </p:grpSpPr>
        <p:sp>
          <p:nvSpPr>
            <p:cNvPr id="14" name="object 14"/>
            <p:cNvSpPr/>
            <p:nvPr/>
          </p:nvSpPr>
          <p:spPr>
            <a:xfrm>
              <a:off x="7534274" y="2276474"/>
              <a:ext cx="3295650" cy="2771775"/>
            </a:xfrm>
            <a:custGeom>
              <a:avLst/>
              <a:gdLst/>
              <a:ahLst/>
              <a:cxnLst/>
              <a:rect l="l" t="t" r="r" b="b"/>
              <a:pathLst>
                <a:path w="3295650" h="2771775">
                  <a:moveTo>
                    <a:pt x="3277060" y="2771774"/>
                  </a:moveTo>
                  <a:lnTo>
                    <a:pt x="18588" y="2771774"/>
                  </a:lnTo>
                  <a:lnTo>
                    <a:pt x="15854" y="2771230"/>
                  </a:lnTo>
                  <a:lnTo>
                    <a:pt x="0" y="2753185"/>
                  </a:lnTo>
                  <a:lnTo>
                    <a:pt x="0" y="2750343"/>
                  </a:lnTo>
                  <a:lnTo>
                    <a:pt x="0" y="18589"/>
                  </a:lnTo>
                  <a:lnTo>
                    <a:pt x="18588" y="0"/>
                  </a:lnTo>
                  <a:lnTo>
                    <a:pt x="3277060" y="0"/>
                  </a:lnTo>
                  <a:lnTo>
                    <a:pt x="3295649" y="18589"/>
                  </a:lnTo>
                  <a:lnTo>
                    <a:pt x="3295649" y="2753185"/>
                  </a:lnTo>
                  <a:lnTo>
                    <a:pt x="3279793" y="2771230"/>
                  </a:lnTo>
                  <a:lnTo>
                    <a:pt x="3277060" y="2771774"/>
                  </a:lnTo>
                  <a:close/>
                </a:path>
              </a:pathLst>
            </a:custGeom>
            <a:solidFill>
              <a:srgbClr val="F2ED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705724" y="2447924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8" y="514349"/>
                  </a:moveTo>
                  <a:lnTo>
                    <a:pt x="248752" y="514349"/>
                  </a:lnTo>
                  <a:lnTo>
                    <a:pt x="240349" y="513937"/>
                  </a:lnTo>
                  <a:lnTo>
                    <a:pt x="198741" y="507765"/>
                  </a:lnTo>
                  <a:lnTo>
                    <a:pt x="150975" y="491550"/>
                  </a:lnTo>
                  <a:lnTo>
                    <a:pt x="107292" y="466328"/>
                  </a:lnTo>
                  <a:lnTo>
                    <a:pt x="69368" y="433069"/>
                  </a:lnTo>
                  <a:lnTo>
                    <a:pt x="38661" y="393049"/>
                  </a:lnTo>
                  <a:lnTo>
                    <a:pt x="16352" y="347809"/>
                  </a:lnTo>
                  <a:lnTo>
                    <a:pt x="3297" y="299086"/>
                  </a:lnTo>
                  <a:lnTo>
                    <a:pt x="0" y="265598"/>
                  </a:lnTo>
                  <a:lnTo>
                    <a:pt x="0" y="257174"/>
                  </a:lnTo>
                  <a:lnTo>
                    <a:pt x="0" y="248752"/>
                  </a:lnTo>
                  <a:lnTo>
                    <a:pt x="6583" y="198741"/>
                  </a:lnTo>
                  <a:lnTo>
                    <a:pt x="22798" y="150976"/>
                  </a:lnTo>
                  <a:lnTo>
                    <a:pt x="48020" y="107292"/>
                  </a:lnTo>
                  <a:lnTo>
                    <a:pt x="81279" y="69369"/>
                  </a:lnTo>
                  <a:lnTo>
                    <a:pt x="121298" y="38662"/>
                  </a:lnTo>
                  <a:lnTo>
                    <a:pt x="166539" y="16353"/>
                  </a:lnTo>
                  <a:lnTo>
                    <a:pt x="215262" y="3298"/>
                  </a:lnTo>
                  <a:lnTo>
                    <a:pt x="248752" y="0"/>
                  </a:lnTo>
                  <a:lnTo>
                    <a:pt x="265598" y="0"/>
                  </a:lnTo>
                  <a:lnTo>
                    <a:pt x="315608" y="6584"/>
                  </a:lnTo>
                  <a:lnTo>
                    <a:pt x="363372" y="22799"/>
                  </a:lnTo>
                  <a:lnTo>
                    <a:pt x="407056" y="48021"/>
                  </a:lnTo>
                  <a:lnTo>
                    <a:pt x="444980" y="81280"/>
                  </a:lnTo>
                  <a:lnTo>
                    <a:pt x="475687" y="121299"/>
                  </a:lnTo>
                  <a:lnTo>
                    <a:pt x="497996" y="166540"/>
                  </a:lnTo>
                  <a:lnTo>
                    <a:pt x="511050" y="215263"/>
                  </a:lnTo>
                  <a:lnTo>
                    <a:pt x="514349" y="248752"/>
                  </a:lnTo>
                  <a:lnTo>
                    <a:pt x="514349" y="265598"/>
                  </a:lnTo>
                  <a:lnTo>
                    <a:pt x="507764" y="315607"/>
                  </a:lnTo>
                  <a:lnTo>
                    <a:pt x="491549" y="363372"/>
                  </a:lnTo>
                  <a:lnTo>
                    <a:pt x="466327" y="407056"/>
                  </a:lnTo>
                  <a:lnTo>
                    <a:pt x="433068" y="444980"/>
                  </a:lnTo>
                  <a:lnTo>
                    <a:pt x="393050" y="475687"/>
                  </a:lnTo>
                  <a:lnTo>
                    <a:pt x="347810" y="497996"/>
                  </a:lnTo>
                  <a:lnTo>
                    <a:pt x="299086" y="511051"/>
                  </a:lnTo>
                  <a:lnTo>
                    <a:pt x="274000" y="513937"/>
                  </a:lnTo>
                  <a:lnTo>
                    <a:pt x="265598" y="514349"/>
                  </a:lnTo>
                  <a:close/>
                </a:path>
              </a:pathLst>
            </a:custGeom>
            <a:solidFill>
              <a:srgbClr val="325E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60513" y="2585674"/>
              <a:ext cx="207619" cy="241678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7693025" y="3116262"/>
            <a:ext cx="2491740" cy="11601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75" dirty="0">
                <a:solidFill>
                  <a:srgbClr val="2A404F"/>
                </a:solidFill>
                <a:latin typeface="Microsoft Sans Serif"/>
                <a:cs typeface="Microsoft Sans Serif"/>
              </a:rPr>
              <a:t>Target</a:t>
            </a:r>
            <a:r>
              <a:rPr sz="1650" spc="20" dirty="0">
                <a:solidFill>
                  <a:srgbClr val="2A404F"/>
                </a:solidFill>
                <a:latin typeface="Microsoft Sans Serif"/>
                <a:cs typeface="Microsoft Sans Serif"/>
              </a:rPr>
              <a:t> </a:t>
            </a:r>
            <a:r>
              <a:rPr sz="1650" spc="-20" dirty="0">
                <a:solidFill>
                  <a:srgbClr val="2A404F"/>
                </a:solidFill>
                <a:latin typeface="Microsoft Sans Serif"/>
                <a:cs typeface="Microsoft Sans Serif"/>
              </a:rPr>
              <a:t>Users</a:t>
            </a:r>
            <a:endParaRPr sz="1650">
              <a:latin typeface="Microsoft Sans Serif"/>
              <a:cs typeface="Microsoft Sans Serif"/>
            </a:endParaRPr>
          </a:p>
          <a:p>
            <a:pPr marL="12700" marR="5080">
              <a:lnSpc>
                <a:spcPct val="131900"/>
              </a:lnSpc>
              <a:spcBef>
                <a:spcPts val="505"/>
              </a:spcBef>
            </a:pPr>
            <a:r>
              <a:rPr sz="1350" spc="-30" dirty="0">
                <a:solidFill>
                  <a:srgbClr val="2A404F"/>
                </a:solidFill>
                <a:latin typeface="Tahoma"/>
                <a:cs typeface="Tahoma"/>
              </a:rPr>
              <a:t>Faculty</a:t>
            </a:r>
            <a:r>
              <a:rPr sz="1350" spc="-9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45" dirty="0">
                <a:solidFill>
                  <a:srgbClr val="2A404F"/>
                </a:solidFill>
                <a:latin typeface="Tahoma"/>
                <a:cs typeface="Tahoma"/>
              </a:rPr>
              <a:t>members,</a:t>
            </a:r>
            <a:r>
              <a:rPr sz="1350" spc="-9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40" dirty="0">
                <a:solidFill>
                  <a:srgbClr val="2A404F"/>
                </a:solidFill>
                <a:latin typeface="Tahoma"/>
                <a:cs typeface="Tahoma"/>
              </a:rPr>
              <a:t>students,</a:t>
            </a:r>
            <a:r>
              <a:rPr sz="1350" spc="-9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2A404F"/>
                </a:solidFill>
                <a:latin typeface="Tahoma"/>
                <a:cs typeface="Tahoma"/>
              </a:rPr>
              <a:t>and </a:t>
            </a:r>
            <a:r>
              <a:rPr sz="1350" spc="-30" dirty="0">
                <a:solidFill>
                  <a:srgbClr val="2A404F"/>
                </a:solidFill>
                <a:latin typeface="Tahoma"/>
                <a:cs typeface="Tahoma"/>
              </a:rPr>
              <a:t>administrators</a:t>
            </a:r>
            <a:r>
              <a:rPr sz="1350" spc="-6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40" dirty="0">
                <a:solidFill>
                  <a:srgbClr val="2A404F"/>
                </a:solidFill>
                <a:latin typeface="Tahoma"/>
                <a:cs typeface="Tahoma"/>
              </a:rPr>
              <a:t>seeking</a:t>
            </a:r>
            <a:r>
              <a:rPr sz="1350" spc="-6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A404F"/>
                </a:solidFill>
                <a:latin typeface="Tahoma"/>
                <a:cs typeface="Tahoma"/>
              </a:rPr>
              <a:t>efficient </a:t>
            </a:r>
            <a:r>
              <a:rPr sz="1350" spc="-25" dirty="0">
                <a:solidFill>
                  <a:srgbClr val="2A404F"/>
                </a:solidFill>
                <a:latin typeface="Tahoma"/>
                <a:cs typeface="Tahoma"/>
              </a:rPr>
              <a:t>classroom</a:t>
            </a:r>
            <a:r>
              <a:rPr sz="1350" spc="-9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40" dirty="0">
                <a:solidFill>
                  <a:srgbClr val="2A404F"/>
                </a:solidFill>
                <a:latin typeface="Tahoma"/>
                <a:cs typeface="Tahoma"/>
              </a:rPr>
              <a:t>management</a:t>
            </a:r>
            <a:r>
              <a:rPr sz="1350" spc="-9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A404F"/>
                </a:solidFill>
                <a:latin typeface="Tahoma"/>
                <a:cs typeface="Tahoma"/>
              </a:rPr>
              <a:t>solutions.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CF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253"/>
            <a:ext cx="4286250" cy="643864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87375" y="1797050"/>
            <a:ext cx="409575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60" dirty="0"/>
              <a:t>Problem</a:t>
            </a:r>
            <a:r>
              <a:rPr dirty="0"/>
              <a:t> </a:t>
            </a:r>
            <a:r>
              <a:rPr spc="225" dirty="0"/>
              <a:t>Statement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87375" y="2406650"/>
            <a:ext cx="2324100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solidFill>
                  <a:srgbClr val="114E72"/>
                </a:solidFill>
                <a:latin typeface="Microsoft Sans Serif"/>
                <a:cs typeface="Microsoft Sans Serif"/>
              </a:rPr>
              <a:t>Current</a:t>
            </a:r>
            <a:r>
              <a:rPr sz="2000" spc="270" dirty="0">
                <a:solidFill>
                  <a:srgbClr val="114E72"/>
                </a:solidFill>
                <a:latin typeface="Microsoft Sans Serif"/>
                <a:cs typeface="Microsoft Sans Serif"/>
              </a:rPr>
              <a:t> </a:t>
            </a:r>
            <a:r>
              <a:rPr sz="2000" spc="40" dirty="0">
                <a:solidFill>
                  <a:srgbClr val="114E72"/>
                </a:solidFill>
                <a:latin typeface="Microsoft Sans Serif"/>
                <a:cs typeface="Microsoft Sans Serif"/>
              </a:rPr>
              <a:t>Challenges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28650" y="31051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2B40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28650" y="34385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2B40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8650" y="37719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2B40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8650" y="41052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2B40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28650" y="44386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2B40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61515" y="3006725"/>
            <a:ext cx="4558030" cy="1564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35" dirty="0">
                <a:solidFill>
                  <a:srgbClr val="2B404F"/>
                </a:solidFill>
                <a:latin typeface="Tahoma"/>
                <a:cs typeface="Tahoma"/>
              </a:rPr>
              <a:t>Time-consuming</a:t>
            </a:r>
            <a:r>
              <a:rPr sz="1350" spc="-9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2B404F"/>
                </a:solidFill>
                <a:latin typeface="Tahoma"/>
                <a:cs typeface="Tahoma"/>
              </a:rPr>
              <a:t>manual</a:t>
            </a:r>
            <a:r>
              <a:rPr sz="1350" spc="-9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50" spc="-40" dirty="0">
                <a:solidFill>
                  <a:srgbClr val="2B404F"/>
                </a:solidFill>
                <a:latin typeface="Tahoma"/>
                <a:cs typeface="Tahoma"/>
              </a:rPr>
              <a:t>attendance</a:t>
            </a:r>
            <a:r>
              <a:rPr sz="1350" spc="-9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50" spc="-30" dirty="0">
                <a:solidFill>
                  <a:srgbClr val="2B404F"/>
                </a:solidFill>
                <a:latin typeface="Tahoma"/>
                <a:cs typeface="Tahoma"/>
              </a:rPr>
              <a:t>and</a:t>
            </a:r>
            <a:r>
              <a:rPr sz="1350" spc="-9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50" spc="-45" dirty="0">
                <a:solidFill>
                  <a:srgbClr val="2B404F"/>
                </a:solidFill>
                <a:latin typeface="Tahoma"/>
                <a:cs typeface="Tahoma"/>
              </a:rPr>
              <a:t>grading</a:t>
            </a:r>
            <a:r>
              <a:rPr sz="1350" spc="-9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B404F"/>
                </a:solidFill>
                <a:latin typeface="Tahoma"/>
                <a:cs typeface="Tahoma"/>
              </a:rPr>
              <a:t>processes</a:t>
            </a:r>
            <a:endParaRPr sz="1350">
              <a:latin typeface="Tahoma"/>
              <a:cs typeface="Tahoma"/>
            </a:endParaRPr>
          </a:p>
          <a:p>
            <a:pPr marL="12700" marR="5080">
              <a:lnSpc>
                <a:spcPct val="162000"/>
              </a:lnSpc>
            </a:pPr>
            <a:r>
              <a:rPr sz="1350" spc="-10" dirty="0">
                <a:solidFill>
                  <a:srgbClr val="2B404F"/>
                </a:solidFill>
                <a:latin typeface="Tahoma"/>
                <a:cs typeface="Tahoma"/>
              </a:rPr>
              <a:t>Limited</a:t>
            </a:r>
            <a:r>
              <a:rPr sz="1350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50" spc="-50" dirty="0">
                <a:solidFill>
                  <a:srgbClr val="2B404F"/>
                </a:solidFill>
                <a:latin typeface="Tahoma"/>
                <a:cs typeface="Tahoma"/>
              </a:rPr>
              <a:t>real-</a:t>
            </a:r>
            <a:r>
              <a:rPr sz="1350" spc="-20" dirty="0">
                <a:solidFill>
                  <a:srgbClr val="2B404F"/>
                </a:solidFill>
                <a:latin typeface="Tahoma"/>
                <a:cs typeface="Tahoma"/>
              </a:rPr>
              <a:t>time</a:t>
            </a:r>
            <a:r>
              <a:rPr sz="1350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2B404F"/>
                </a:solidFill>
                <a:latin typeface="Tahoma"/>
                <a:cs typeface="Tahoma"/>
              </a:rPr>
              <a:t>communication</a:t>
            </a:r>
            <a:r>
              <a:rPr sz="1350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50" spc="-40" dirty="0">
                <a:solidFill>
                  <a:srgbClr val="2B404F"/>
                </a:solidFill>
                <a:latin typeface="Tahoma"/>
                <a:cs typeface="Tahoma"/>
              </a:rPr>
              <a:t>between</a:t>
            </a:r>
            <a:r>
              <a:rPr sz="1350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2B404F"/>
                </a:solidFill>
                <a:latin typeface="Tahoma"/>
                <a:cs typeface="Tahoma"/>
              </a:rPr>
              <a:t>faculty</a:t>
            </a:r>
            <a:r>
              <a:rPr sz="1350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50" spc="-30" dirty="0">
                <a:solidFill>
                  <a:srgbClr val="2B404F"/>
                </a:solidFill>
                <a:latin typeface="Tahoma"/>
                <a:cs typeface="Tahoma"/>
              </a:rPr>
              <a:t>and</a:t>
            </a:r>
            <a:r>
              <a:rPr sz="1350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B404F"/>
                </a:solidFill>
                <a:latin typeface="Tahoma"/>
                <a:cs typeface="Tahoma"/>
              </a:rPr>
              <a:t>students </a:t>
            </a:r>
            <a:r>
              <a:rPr sz="1350" spc="-25" dirty="0">
                <a:solidFill>
                  <a:srgbClr val="2B404F"/>
                </a:solidFill>
                <a:latin typeface="Tahoma"/>
                <a:cs typeface="Tahoma"/>
              </a:rPr>
              <a:t>Difficulty</a:t>
            </a:r>
            <a:r>
              <a:rPr sz="1350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50" spc="-30" dirty="0">
                <a:solidFill>
                  <a:srgbClr val="2B404F"/>
                </a:solidFill>
                <a:latin typeface="Tahoma"/>
                <a:cs typeface="Tahoma"/>
              </a:rPr>
              <a:t>tracking</a:t>
            </a:r>
            <a:r>
              <a:rPr sz="1350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B404F"/>
                </a:solidFill>
                <a:latin typeface="Tahoma"/>
                <a:cs typeface="Tahoma"/>
              </a:rPr>
              <a:t>individual</a:t>
            </a:r>
            <a:r>
              <a:rPr sz="1350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50" spc="-30" dirty="0">
                <a:solidFill>
                  <a:srgbClr val="2B404F"/>
                </a:solidFill>
                <a:latin typeface="Tahoma"/>
                <a:cs typeface="Tahoma"/>
              </a:rPr>
              <a:t>student</a:t>
            </a:r>
            <a:r>
              <a:rPr sz="1350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50" spc="-40" dirty="0">
                <a:solidFill>
                  <a:srgbClr val="2B404F"/>
                </a:solidFill>
                <a:latin typeface="Tahoma"/>
                <a:cs typeface="Tahoma"/>
              </a:rPr>
              <a:t>progress</a:t>
            </a:r>
            <a:r>
              <a:rPr sz="1350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50" spc="-30" dirty="0">
                <a:solidFill>
                  <a:srgbClr val="2B404F"/>
                </a:solidFill>
                <a:latin typeface="Tahoma"/>
                <a:cs typeface="Tahoma"/>
              </a:rPr>
              <a:t>and</a:t>
            </a:r>
            <a:r>
              <a:rPr sz="1350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B404F"/>
                </a:solidFill>
                <a:latin typeface="Tahoma"/>
                <a:cs typeface="Tahoma"/>
              </a:rPr>
              <a:t>engagement </a:t>
            </a:r>
            <a:r>
              <a:rPr sz="1350" spc="-30" dirty="0">
                <a:solidFill>
                  <a:srgbClr val="2B404F"/>
                </a:solidFill>
                <a:latin typeface="Tahoma"/>
                <a:cs typeface="Tahoma"/>
              </a:rPr>
              <a:t>Lack</a:t>
            </a:r>
            <a:r>
              <a:rPr sz="1350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50" spc="-30" dirty="0">
                <a:solidFill>
                  <a:srgbClr val="2B404F"/>
                </a:solidFill>
                <a:latin typeface="Tahoma"/>
                <a:cs typeface="Tahoma"/>
              </a:rPr>
              <a:t>of</a:t>
            </a:r>
            <a:r>
              <a:rPr sz="1350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50" spc="-30" dirty="0">
                <a:solidFill>
                  <a:srgbClr val="2B404F"/>
                </a:solidFill>
                <a:latin typeface="Tahoma"/>
                <a:cs typeface="Tahoma"/>
              </a:rPr>
              <a:t>centralized</a:t>
            </a:r>
            <a:r>
              <a:rPr sz="1350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2B404F"/>
                </a:solidFill>
                <a:latin typeface="Tahoma"/>
                <a:cs typeface="Tahoma"/>
              </a:rPr>
              <a:t>platform</a:t>
            </a:r>
            <a:r>
              <a:rPr sz="1350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50" spc="-35" dirty="0">
                <a:solidFill>
                  <a:srgbClr val="2B404F"/>
                </a:solidFill>
                <a:latin typeface="Tahoma"/>
                <a:cs typeface="Tahoma"/>
              </a:rPr>
              <a:t>for</a:t>
            </a:r>
            <a:r>
              <a:rPr sz="1350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50" spc="-35" dirty="0">
                <a:solidFill>
                  <a:srgbClr val="2B404F"/>
                </a:solidFill>
                <a:latin typeface="Tahoma"/>
                <a:cs typeface="Tahoma"/>
              </a:rPr>
              <a:t>assignments</a:t>
            </a:r>
            <a:r>
              <a:rPr sz="1350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50" spc="-30" dirty="0">
                <a:solidFill>
                  <a:srgbClr val="2B404F"/>
                </a:solidFill>
                <a:latin typeface="Tahoma"/>
                <a:cs typeface="Tahoma"/>
              </a:rPr>
              <a:t>and</a:t>
            </a:r>
            <a:r>
              <a:rPr sz="1350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B404F"/>
                </a:solidFill>
                <a:latin typeface="Tahoma"/>
                <a:cs typeface="Tahoma"/>
              </a:rPr>
              <a:t>resources </a:t>
            </a:r>
            <a:r>
              <a:rPr sz="1350" spc="-35" dirty="0">
                <a:solidFill>
                  <a:srgbClr val="2B404F"/>
                </a:solidFill>
                <a:latin typeface="Tahoma"/>
                <a:cs typeface="Tahoma"/>
              </a:rPr>
              <a:t>Insufficient</a:t>
            </a:r>
            <a:r>
              <a:rPr sz="1350" spc="-9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50" spc="-35" dirty="0">
                <a:solidFill>
                  <a:srgbClr val="2B404F"/>
                </a:solidFill>
                <a:latin typeface="Tahoma"/>
                <a:cs typeface="Tahoma"/>
              </a:rPr>
              <a:t>data-</a:t>
            </a:r>
            <a:r>
              <a:rPr sz="1350" spc="-40" dirty="0">
                <a:solidFill>
                  <a:srgbClr val="2B404F"/>
                </a:solidFill>
                <a:latin typeface="Tahoma"/>
                <a:cs typeface="Tahoma"/>
              </a:rPr>
              <a:t>driven</a:t>
            </a:r>
            <a:r>
              <a:rPr sz="1350" spc="-9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50" spc="-30" dirty="0">
                <a:solidFill>
                  <a:srgbClr val="2B404F"/>
                </a:solidFill>
                <a:latin typeface="Tahoma"/>
                <a:cs typeface="Tahoma"/>
              </a:rPr>
              <a:t>insights</a:t>
            </a:r>
            <a:r>
              <a:rPr sz="1350" spc="-8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50" spc="-35" dirty="0">
                <a:solidFill>
                  <a:srgbClr val="2B404F"/>
                </a:solidFill>
                <a:latin typeface="Tahoma"/>
                <a:cs typeface="Tahoma"/>
              </a:rPr>
              <a:t>for</a:t>
            </a:r>
            <a:r>
              <a:rPr sz="1350" spc="-9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2B404F"/>
                </a:solidFill>
                <a:latin typeface="Tahoma"/>
                <a:cs typeface="Tahoma"/>
              </a:rPr>
              <a:t>educational</a:t>
            </a:r>
            <a:r>
              <a:rPr sz="1350" spc="-8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B404F"/>
                </a:solidFill>
                <a:latin typeface="Tahoma"/>
                <a:cs typeface="Tahoma"/>
              </a:rPr>
              <a:t>improvement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4" y="2025650"/>
            <a:ext cx="263144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30" dirty="0">
                <a:solidFill>
                  <a:srgbClr val="124E73"/>
                </a:solidFill>
              </a:rPr>
              <a:t>Our</a:t>
            </a:r>
            <a:r>
              <a:rPr dirty="0">
                <a:solidFill>
                  <a:srgbClr val="124E73"/>
                </a:solidFill>
              </a:rPr>
              <a:t> </a:t>
            </a:r>
            <a:r>
              <a:rPr spc="165" dirty="0">
                <a:solidFill>
                  <a:srgbClr val="124E73"/>
                </a:solidFill>
              </a:rPr>
              <a:t>Solution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90582" y="2944858"/>
            <a:ext cx="447675" cy="387350"/>
            <a:chOff x="590582" y="2944858"/>
            <a:chExt cx="447675" cy="387350"/>
          </a:xfrm>
        </p:grpSpPr>
        <p:sp>
          <p:nvSpPr>
            <p:cNvPr id="4" name="object 4"/>
            <p:cNvSpPr/>
            <p:nvPr/>
          </p:nvSpPr>
          <p:spPr>
            <a:xfrm>
              <a:off x="600074" y="2954350"/>
              <a:ext cx="428625" cy="368300"/>
            </a:xfrm>
            <a:custGeom>
              <a:avLst/>
              <a:gdLst/>
              <a:ahLst/>
              <a:cxnLst/>
              <a:rect l="l" t="t" r="r" b="b"/>
              <a:pathLst>
                <a:path w="428625" h="368300">
                  <a:moveTo>
                    <a:pt x="343948" y="69901"/>
                  </a:moveTo>
                  <a:lnTo>
                    <a:pt x="312271" y="97366"/>
                  </a:lnTo>
                  <a:lnTo>
                    <a:pt x="297946" y="104891"/>
                  </a:lnTo>
                  <a:lnTo>
                    <a:pt x="293061" y="104341"/>
                  </a:lnTo>
                  <a:lnTo>
                    <a:pt x="270041" y="78332"/>
                  </a:lnTo>
                  <a:lnTo>
                    <a:pt x="270194" y="75181"/>
                  </a:lnTo>
                  <a:lnTo>
                    <a:pt x="316974" y="23909"/>
                  </a:lnTo>
                  <a:lnTo>
                    <a:pt x="347609" y="0"/>
                  </a:lnTo>
                  <a:lnTo>
                    <a:pt x="350786" y="59"/>
                  </a:lnTo>
                  <a:lnTo>
                    <a:pt x="379444" y="27126"/>
                  </a:lnTo>
                  <a:lnTo>
                    <a:pt x="380723" y="32277"/>
                  </a:lnTo>
                </a:path>
                <a:path w="428625" h="368300">
                  <a:moveTo>
                    <a:pt x="343877" y="334662"/>
                  </a:moveTo>
                  <a:lnTo>
                    <a:pt x="350438" y="337450"/>
                  </a:lnTo>
                  <a:lnTo>
                    <a:pt x="357113" y="339084"/>
                  </a:lnTo>
                  <a:lnTo>
                    <a:pt x="362773" y="339551"/>
                  </a:lnTo>
                  <a:lnTo>
                    <a:pt x="377471" y="339580"/>
                  </a:lnTo>
                  <a:lnTo>
                    <a:pt x="381640" y="340102"/>
                  </a:lnTo>
                  <a:lnTo>
                    <a:pt x="392396" y="353406"/>
                  </a:lnTo>
                  <a:lnTo>
                    <a:pt x="391669" y="357930"/>
                  </a:lnTo>
                  <a:lnTo>
                    <a:pt x="374972" y="368050"/>
                  </a:lnTo>
                  <a:lnTo>
                    <a:pt x="370019" y="368073"/>
                  </a:lnTo>
                </a:path>
                <a:path w="428625" h="368300">
                  <a:moveTo>
                    <a:pt x="113520" y="161892"/>
                  </a:moveTo>
                  <a:lnTo>
                    <a:pt x="101201" y="126916"/>
                  </a:lnTo>
                  <a:lnTo>
                    <a:pt x="97669" y="126338"/>
                  </a:lnTo>
                </a:path>
                <a:path w="428625" h="368300">
                  <a:moveTo>
                    <a:pt x="254300" y="132532"/>
                  </a:moveTo>
                  <a:lnTo>
                    <a:pt x="283293" y="159368"/>
                  </a:lnTo>
                  <a:lnTo>
                    <a:pt x="295430" y="196964"/>
                  </a:lnTo>
                  <a:lnTo>
                    <a:pt x="295529" y="203642"/>
                  </a:lnTo>
                  <a:lnTo>
                    <a:pt x="295061" y="210256"/>
                  </a:lnTo>
                  <a:lnTo>
                    <a:pt x="294026" y="216805"/>
                  </a:lnTo>
                  <a:lnTo>
                    <a:pt x="292426" y="223289"/>
                  </a:lnTo>
                </a:path>
                <a:path w="428625" h="368300">
                  <a:moveTo>
                    <a:pt x="0" y="1110"/>
                  </a:moveTo>
                  <a:lnTo>
                    <a:pt x="130159" y="24455"/>
                  </a:lnTo>
                </a:path>
                <a:path w="428625" h="368300">
                  <a:moveTo>
                    <a:pt x="343948" y="69901"/>
                  </a:moveTo>
                  <a:lnTo>
                    <a:pt x="309243" y="31383"/>
                  </a:lnTo>
                </a:path>
                <a:path w="428625" h="368300">
                  <a:moveTo>
                    <a:pt x="380723" y="32277"/>
                  </a:moveTo>
                  <a:lnTo>
                    <a:pt x="345078" y="69125"/>
                  </a:lnTo>
                  <a:lnTo>
                    <a:pt x="428624" y="159952"/>
                  </a:lnTo>
                </a:path>
                <a:path w="428625" h="368300">
                  <a:moveTo>
                    <a:pt x="130153" y="25252"/>
                  </a:moveTo>
                  <a:lnTo>
                    <a:pt x="136821" y="25298"/>
                  </a:lnTo>
                  <a:lnTo>
                    <a:pt x="143305" y="26411"/>
                  </a:lnTo>
                  <a:lnTo>
                    <a:pt x="149606" y="28591"/>
                  </a:lnTo>
                  <a:lnTo>
                    <a:pt x="155907" y="30772"/>
                  </a:lnTo>
                  <a:lnTo>
                    <a:pt x="161692" y="33904"/>
                  </a:lnTo>
                  <a:lnTo>
                    <a:pt x="166962" y="37988"/>
                  </a:lnTo>
                  <a:lnTo>
                    <a:pt x="172232" y="42073"/>
                  </a:lnTo>
                  <a:lnTo>
                    <a:pt x="176708" y="46894"/>
                  </a:lnTo>
                  <a:lnTo>
                    <a:pt x="180391" y="52452"/>
                  </a:lnTo>
                  <a:lnTo>
                    <a:pt x="184074" y="58010"/>
                  </a:lnTo>
                  <a:lnTo>
                    <a:pt x="186770" y="64011"/>
                  </a:lnTo>
                  <a:lnTo>
                    <a:pt x="188477" y="70456"/>
                  </a:lnTo>
                </a:path>
                <a:path w="428625" h="368300">
                  <a:moveTo>
                    <a:pt x="188770" y="70378"/>
                  </a:moveTo>
                  <a:lnTo>
                    <a:pt x="259243" y="273134"/>
                  </a:lnTo>
                  <a:lnTo>
                    <a:pt x="296244" y="309582"/>
                  </a:lnTo>
                  <a:lnTo>
                    <a:pt x="343877" y="334662"/>
                  </a:lnTo>
                </a:path>
              </a:pathLst>
            </a:custGeom>
            <a:ln w="18984">
              <a:solidFill>
                <a:srgbClr val="325E7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1141" y="3071163"/>
              <a:ext cx="378445" cy="260913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230312" y="2906712"/>
            <a:ext cx="2526665" cy="14363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150" dirty="0">
                <a:solidFill>
                  <a:srgbClr val="2A404F"/>
                </a:solidFill>
                <a:latin typeface="Microsoft Sans Serif"/>
                <a:cs typeface="Microsoft Sans Serif"/>
              </a:rPr>
              <a:t>Automated</a:t>
            </a:r>
            <a:r>
              <a:rPr sz="1650" spc="35" dirty="0">
                <a:solidFill>
                  <a:srgbClr val="2A404F"/>
                </a:solidFill>
                <a:latin typeface="Microsoft Sans Serif"/>
                <a:cs typeface="Microsoft Sans Serif"/>
              </a:rPr>
              <a:t> </a:t>
            </a:r>
            <a:r>
              <a:rPr sz="1650" spc="155" dirty="0">
                <a:solidFill>
                  <a:srgbClr val="2A404F"/>
                </a:solidFill>
                <a:latin typeface="Microsoft Sans Serif"/>
                <a:cs typeface="Microsoft Sans Serif"/>
              </a:rPr>
              <a:t>Workflows</a:t>
            </a:r>
            <a:endParaRPr sz="1650">
              <a:latin typeface="Microsoft Sans Serif"/>
              <a:cs typeface="Microsoft Sans Serif"/>
            </a:endParaRPr>
          </a:p>
          <a:p>
            <a:pPr marL="12700" marR="5080">
              <a:lnSpc>
                <a:spcPct val="132700"/>
              </a:lnSpc>
              <a:spcBef>
                <a:spcPts val="490"/>
              </a:spcBef>
            </a:pPr>
            <a:r>
              <a:rPr sz="1350" spc="-25" dirty="0">
                <a:solidFill>
                  <a:srgbClr val="2A404F"/>
                </a:solidFill>
                <a:latin typeface="Tahoma"/>
                <a:cs typeface="Tahoma"/>
              </a:rPr>
              <a:t>Eliminate</a:t>
            </a:r>
            <a:r>
              <a:rPr sz="1350" spc="-10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2A404F"/>
                </a:solidFill>
                <a:latin typeface="Tahoma"/>
                <a:cs typeface="Tahoma"/>
              </a:rPr>
              <a:t>manual</a:t>
            </a:r>
            <a:r>
              <a:rPr sz="1350" spc="-10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35" dirty="0">
                <a:solidFill>
                  <a:srgbClr val="2A404F"/>
                </a:solidFill>
                <a:latin typeface="Tahoma"/>
                <a:cs typeface="Tahoma"/>
              </a:rPr>
              <a:t>tasks</a:t>
            </a:r>
            <a:r>
              <a:rPr sz="1350" spc="-10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2A404F"/>
                </a:solidFill>
                <a:latin typeface="Tahoma"/>
                <a:cs typeface="Tahoma"/>
              </a:rPr>
              <a:t>with </a:t>
            </a:r>
            <a:r>
              <a:rPr sz="1350" spc="-35" dirty="0">
                <a:solidFill>
                  <a:srgbClr val="2A404F"/>
                </a:solidFill>
                <a:latin typeface="Tahoma"/>
                <a:cs typeface="Tahoma"/>
              </a:rPr>
              <a:t>automated</a:t>
            </a:r>
            <a:r>
              <a:rPr sz="1350" spc="-7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40" dirty="0">
                <a:solidFill>
                  <a:srgbClr val="2A404F"/>
                </a:solidFill>
                <a:latin typeface="Tahoma"/>
                <a:cs typeface="Tahoma"/>
              </a:rPr>
              <a:t>attendance</a:t>
            </a:r>
            <a:r>
              <a:rPr sz="1350" spc="-7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A404F"/>
                </a:solidFill>
                <a:latin typeface="Tahoma"/>
                <a:cs typeface="Tahoma"/>
              </a:rPr>
              <a:t>marking, </a:t>
            </a:r>
            <a:r>
              <a:rPr sz="1350" spc="-35" dirty="0">
                <a:solidFill>
                  <a:srgbClr val="2A404F"/>
                </a:solidFill>
                <a:latin typeface="Tahoma"/>
                <a:cs typeface="Tahoma"/>
              </a:rPr>
              <a:t>assignment</a:t>
            </a:r>
            <a:r>
              <a:rPr sz="1350" spc="-9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2A404F"/>
                </a:solidFill>
                <a:latin typeface="Tahoma"/>
                <a:cs typeface="Tahoma"/>
              </a:rPr>
              <a:t>distribution,</a:t>
            </a:r>
            <a:r>
              <a:rPr sz="1350" spc="-8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2A404F"/>
                </a:solidFill>
                <a:latin typeface="Tahoma"/>
                <a:cs typeface="Tahoma"/>
              </a:rPr>
              <a:t>and</a:t>
            </a:r>
            <a:r>
              <a:rPr sz="1350" spc="-8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40" dirty="0">
                <a:solidFill>
                  <a:srgbClr val="2A404F"/>
                </a:solidFill>
                <a:latin typeface="Tahoma"/>
                <a:cs typeface="Tahoma"/>
              </a:rPr>
              <a:t>grade </a:t>
            </a:r>
            <a:r>
              <a:rPr sz="1350" spc="-10" dirty="0">
                <a:solidFill>
                  <a:srgbClr val="2A404F"/>
                </a:solidFill>
                <a:latin typeface="Tahoma"/>
                <a:cs typeface="Tahoma"/>
              </a:rPr>
              <a:t>calculation</a:t>
            </a:r>
            <a:r>
              <a:rPr sz="1350" spc="-14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A404F"/>
                </a:solidFill>
                <a:latin typeface="Tahoma"/>
                <a:cs typeface="Tahoma"/>
              </a:rPr>
              <a:t>systems.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076732" y="2935176"/>
            <a:ext cx="447675" cy="407670"/>
            <a:chOff x="4076732" y="2935176"/>
            <a:chExt cx="447675" cy="407670"/>
          </a:xfrm>
        </p:grpSpPr>
        <p:sp>
          <p:nvSpPr>
            <p:cNvPr id="8" name="object 8"/>
            <p:cNvSpPr/>
            <p:nvPr/>
          </p:nvSpPr>
          <p:spPr>
            <a:xfrm>
              <a:off x="4086224" y="2944668"/>
              <a:ext cx="428625" cy="388620"/>
            </a:xfrm>
            <a:custGeom>
              <a:avLst/>
              <a:gdLst/>
              <a:ahLst/>
              <a:cxnLst/>
              <a:rect l="l" t="t" r="r" b="b"/>
              <a:pathLst>
                <a:path w="428625" h="388620">
                  <a:moveTo>
                    <a:pt x="378186" y="255894"/>
                  </a:moveTo>
                  <a:lnTo>
                    <a:pt x="374351" y="216843"/>
                  </a:lnTo>
                  <a:lnTo>
                    <a:pt x="362154" y="180986"/>
                  </a:lnTo>
                  <a:lnTo>
                    <a:pt x="359051" y="174683"/>
                  </a:lnTo>
                </a:path>
                <a:path w="428625" h="388620">
                  <a:moveTo>
                    <a:pt x="222938" y="222087"/>
                  </a:moveTo>
                  <a:lnTo>
                    <a:pt x="218538" y="220934"/>
                  </a:lnTo>
                  <a:lnTo>
                    <a:pt x="212908" y="220524"/>
                  </a:lnTo>
                  <a:lnTo>
                    <a:pt x="208089" y="221159"/>
                  </a:lnTo>
                  <a:lnTo>
                    <a:pt x="188693" y="246161"/>
                  </a:lnTo>
                  <a:lnTo>
                    <a:pt x="189514" y="251685"/>
                  </a:lnTo>
                  <a:lnTo>
                    <a:pt x="212373" y="271336"/>
                  </a:lnTo>
                  <a:lnTo>
                    <a:pt x="217231" y="271096"/>
                  </a:lnTo>
                  <a:lnTo>
                    <a:pt x="239268" y="245940"/>
                  </a:lnTo>
                  <a:lnTo>
                    <a:pt x="238960" y="242116"/>
                  </a:lnTo>
                  <a:lnTo>
                    <a:pt x="238021" y="238264"/>
                  </a:lnTo>
                  <a:lnTo>
                    <a:pt x="236606" y="234790"/>
                  </a:lnTo>
                  <a:lnTo>
                    <a:pt x="230223" y="224960"/>
                  </a:lnTo>
                </a:path>
                <a:path w="428625" h="388620">
                  <a:moveTo>
                    <a:pt x="39913" y="387398"/>
                  </a:moveTo>
                  <a:lnTo>
                    <a:pt x="5655" y="368950"/>
                  </a:lnTo>
                  <a:lnTo>
                    <a:pt x="275" y="345904"/>
                  </a:lnTo>
                  <a:lnTo>
                    <a:pt x="3" y="336809"/>
                  </a:lnTo>
                </a:path>
                <a:path w="428625" h="388620">
                  <a:moveTo>
                    <a:pt x="0" y="39404"/>
                  </a:moveTo>
                  <a:lnTo>
                    <a:pt x="17893" y="5551"/>
                  </a:lnTo>
                  <a:lnTo>
                    <a:pt x="41054" y="134"/>
                  </a:lnTo>
                  <a:lnTo>
                    <a:pt x="50081" y="136"/>
                  </a:lnTo>
                </a:path>
                <a:path w="428625" h="388620">
                  <a:moveTo>
                    <a:pt x="390325" y="0"/>
                  </a:moveTo>
                  <a:lnTo>
                    <a:pt x="424703" y="21335"/>
                  </a:lnTo>
                  <a:lnTo>
                    <a:pt x="428547" y="35853"/>
                  </a:lnTo>
                  <a:lnTo>
                    <a:pt x="428624" y="50207"/>
                  </a:lnTo>
                </a:path>
                <a:path w="428625" h="388620">
                  <a:moveTo>
                    <a:pt x="428531" y="351451"/>
                  </a:moveTo>
                  <a:lnTo>
                    <a:pt x="427920" y="356179"/>
                  </a:lnTo>
                  <a:lnTo>
                    <a:pt x="426932" y="360077"/>
                  </a:lnTo>
                  <a:lnTo>
                    <a:pt x="424226" y="366796"/>
                  </a:lnTo>
                  <a:lnTo>
                    <a:pt x="422912" y="368785"/>
                  </a:lnTo>
                </a:path>
                <a:path w="428625" h="388620">
                  <a:moveTo>
                    <a:pt x="422884" y="368768"/>
                  </a:moveTo>
                  <a:lnTo>
                    <a:pt x="418861" y="375485"/>
                  </a:lnTo>
                  <a:lnTo>
                    <a:pt x="413313" y="380523"/>
                  </a:lnTo>
                  <a:lnTo>
                    <a:pt x="406240" y="383882"/>
                  </a:lnTo>
                  <a:lnTo>
                    <a:pt x="399168" y="387242"/>
                  </a:lnTo>
                  <a:lnTo>
                    <a:pt x="391758" y="388359"/>
                  </a:lnTo>
                  <a:lnTo>
                    <a:pt x="384009" y="387234"/>
                  </a:lnTo>
                </a:path>
                <a:path w="428625" h="388620">
                  <a:moveTo>
                    <a:pt x="51273" y="255877"/>
                  </a:moveTo>
                  <a:lnTo>
                    <a:pt x="73809" y="255864"/>
                  </a:lnTo>
                </a:path>
                <a:path w="428625" h="388620">
                  <a:moveTo>
                    <a:pt x="355793" y="255861"/>
                  </a:moveTo>
                  <a:lnTo>
                    <a:pt x="378186" y="255894"/>
                  </a:lnTo>
                </a:path>
                <a:path w="428625" h="388620">
                  <a:moveTo>
                    <a:pt x="230634" y="224546"/>
                  </a:moveTo>
                  <a:lnTo>
                    <a:pt x="295939" y="158631"/>
                  </a:lnTo>
                </a:path>
                <a:path w="428625" h="388620">
                  <a:moveTo>
                    <a:pt x="222938" y="222087"/>
                  </a:moveTo>
                  <a:lnTo>
                    <a:pt x="229749" y="224263"/>
                  </a:lnTo>
                </a:path>
                <a:path w="428625" h="388620">
                  <a:moveTo>
                    <a:pt x="370664" y="343380"/>
                  </a:moveTo>
                  <a:lnTo>
                    <a:pt x="370674" y="305716"/>
                  </a:lnTo>
                </a:path>
                <a:path w="428625" h="388620">
                  <a:moveTo>
                    <a:pt x="383970" y="387506"/>
                  </a:moveTo>
                  <a:lnTo>
                    <a:pt x="39913" y="387398"/>
                  </a:lnTo>
                </a:path>
                <a:path w="428625" h="388620">
                  <a:moveTo>
                    <a:pt x="3" y="336809"/>
                  </a:moveTo>
                  <a:lnTo>
                    <a:pt x="0" y="39404"/>
                  </a:lnTo>
                </a:path>
                <a:path w="428625" h="388620">
                  <a:moveTo>
                    <a:pt x="50081" y="136"/>
                  </a:moveTo>
                  <a:lnTo>
                    <a:pt x="390325" y="0"/>
                  </a:lnTo>
                </a:path>
                <a:path w="428625" h="388620">
                  <a:moveTo>
                    <a:pt x="428624" y="50207"/>
                  </a:moveTo>
                  <a:lnTo>
                    <a:pt x="428531" y="351451"/>
                  </a:lnTo>
                </a:path>
              </a:pathLst>
            </a:custGeom>
            <a:ln w="18984">
              <a:solidFill>
                <a:srgbClr val="325E7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28005" y="3024266"/>
              <a:ext cx="326718" cy="185772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711699" y="2906712"/>
            <a:ext cx="2610485" cy="14363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50" dirty="0">
                <a:solidFill>
                  <a:srgbClr val="2A404F"/>
                </a:solidFill>
                <a:latin typeface="Microsoft Sans Serif"/>
                <a:cs typeface="Microsoft Sans Serif"/>
              </a:rPr>
              <a:t>Centralized</a:t>
            </a:r>
            <a:r>
              <a:rPr sz="1650" spc="55" dirty="0">
                <a:solidFill>
                  <a:srgbClr val="2A404F"/>
                </a:solidFill>
                <a:latin typeface="Microsoft Sans Serif"/>
                <a:cs typeface="Microsoft Sans Serif"/>
              </a:rPr>
              <a:t> </a:t>
            </a:r>
            <a:r>
              <a:rPr sz="1650" spc="100" dirty="0">
                <a:solidFill>
                  <a:srgbClr val="2A404F"/>
                </a:solidFill>
                <a:latin typeface="Microsoft Sans Serif"/>
                <a:cs typeface="Microsoft Sans Serif"/>
              </a:rPr>
              <a:t>Dashboard</a:t>
            </a:r>
            <a:endParaRPr sz="1650">
              <a:latin typeface="Microsoft Sans Serif"/>
              <a:cs typeface="Microsoft Sans Serif"/>
            </a:endParaRPr>
          </a:p>
          <a:p>
            <a:pPr marL="12700" marR="5080">
              <a:lnSpc>
                <a:spcPct val="132700"/>
              </a:lnSpc>
              <a:spcBef>
                <a:spcPts val="490"/>
              </a:spcBef>
            </a:pPr>
            <a:r>
              <a:rPr sz="1350" spc="-20" dirty="0">
                <a:solidFill>
                  <a:srgbClr val="2A404F"/>
                </a:solidFill>
                <a:latin typeface="Tahoma"/>
                <a:cs typeface="Tahoma"/>
              </a:rPr>
              <a:t>Unified</a:t>
            </a:r>
            <a:r>
              <a:rPr sz="1350" spc="-8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40" dirty="0">
                <a:solidFill>
                  <a:srgbClr val="2A404F"/>
                </a:solidFill>
                <a:latin typeface="Tahoma"/>
                <a:cs typeface="Tahoma"/>
              </a:rPr>
              <a:t>interface</a:t>
            </a:r>
            <a:r>
              <a:rPr sz="1350" spc="-8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2A404F"/>
                </a:solidFill>
                <a:latin typeface="Tahoma"/>
                <a:cs typeface="Tahoma"/>
              </a:rPr>
              <a:t>providing</a:t>
            </a:r>
            <a:r>
              <a:rPr sz="1350" spc="-7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50" dirty="0">
                <a:solidFill>
                  <a:srgbClr val="2A404F"/>
                </a:solidFill>
                <a:latin typeface="Tahoma"/>
                <a:cs typeface="Tahoma"/>
              </a:rPr>
              <a:t>real-</a:t>
            </a:r>
            <a:r>
              <a:rPr sz="1350" spc="-20" dirty="0">
                <a:solidFill>
                  <a:srgbClr val="2A404F"/>
                </a:solidFill>
                <a:latin typeface="Tahoma"/>
                <a:cs typeface="Tahoma"/>
              </a:rPr>
              <a:t>time </a:t>
            </a:r>
            <a:r>
              <a:rPr sz="1350" spc="-50">
                <a:solidFill>
                  <a:srgbClr val="2A404F"/>
                </a:solidFill>
                <a:latin typeface="Tahoma"/>
                <a:cs typeface="Tahoma"/>
              </a:rPr>
              <a:t>access</a:t>
            </a:r>
            <a:r>
              <a:rPr sz="1350" spc="-114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lang="en-US" sz="1350" spc="-114" dirty="0" smtClean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20" smtClean="0">
                <a:solidFill>
                  <a:srgbClr val="2A404F"/>
                </a:solidFill>
                <a:latin typeface="Tahoma"/>
                <a:cs typeface="Tahoma"/>
              </a:rPr>
              <a:t>to</a:t>
            </a:r>
            <a:r>
              <a:rPr sz="1350" spc="-114" smtClean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A404F"/>
                </a:solidFill>
                <a:latin typeface="Tahoma"/>
                <a:cs typeface="Tahoma"/>
              </a:rPr>
              <a:t>all</a:t>
            </a:r>
            <a:r>
              <a:rPr sz="1350" spc="-114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2A404F"/>
                </a:solidFill>
                <a:latin typeface="Tahoma"/>
                <a:cs typeface="Tahoma"/>
              </a:rPr>
              <a:t>classroom</a:t>
            </a:r>
            <a:r>
              <a:rPr sz="1350" spc="-11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A404F"/>
                </a:solidFill>
                <a:latin typeface="Tahoma"/>
                <a:cs typeface="Tahoma"/>
              </a:rPr>
              <a:t>activities, </a:t>
            </a:r>
            <a:r>
              <a:rPr sz="1350" spc="-45" dirty="0">
                <a:solidFill>
                  <a:srgbClr val="2A404F"/>
                </a:solidFill>
                <a:latin typeface="Tahoma"/>
                <a:cs typeface="Tahoma"/>
              </a:rPr>
              <a:t>resources,</a:t>
            </a:r>
            <a:r>
              <a:rPr sz="1350" spc="-114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25">
                <a:solidFill>
                  <a:srgbClr val="2A404F"/>
                </a:solidFill>
                <a:latin typeface="Tahoma"/>
                <a:cs typeface="Tahoma"/>
              </a:rPr>
              <a:t>and</a:t>
            </a:r>
            <a:r>
              <a:rPr sz="1350" spc="-11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30" smtClean="0">
                <a:solidFill>
                  <a:srgbClr val="2A404F"/>
                </a:solidFill>
                <a:latin typeface="Tahoma"/>
                <a:cs typeface="Tahoma"/>
              </a:rPr>
              <a:t>student</a:t>
            </a:r>
            <a:r>
              <a:rPr sz="1350" spc="-110" smtClean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30" dirty="0">
                <a:solidFill>
                  <a:srgbClr val="2A404F"/>
                </a:solidFill>
                <a:latin typeface="Tahoma"/>
                <a:cs typeface="Tahoma"/>
              </a:rPr>
              <a:t>performance </a:t>
            </a:r>
            <a:r>
              <a:rPr sz="1350" spc="-10" dirty="0">
                <a:solidFill>
                  <a:srgbClr val="2A404F"/>
                </a:solidFill>
                <a:latin typeface="Tahoma"/>
                <a:cs typeface="Tahoma"/>
              </a:rPr>
              <a:t>metrics.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553465" y="2914756"/>
            <a:ext cx="447675" cy="447675"/>
            <a:chOff x="7553465" y="2914756"/>
            <a:chExt cx="447675" cy="447675"/>
          </a:xfrm>
        </p:grpSpPr>
        <p:sp>
          <p:nvSpPr>
            <p:cNvPr id="12" name="object 12"/>
            <p:cNvSpPr/>
            <p:nvPr/>
          </p:nvSpPr>
          <p:spPr>
            <a:xfrm>
              <a:off x="7562883" y="2924174"/>
              <a:ext cx="428625" cy="428625"/>
            </a:xfrm>
            <a:custGeom>
              <a:avLst/>
              <a:gdLst/>
              <a:ahLst/>
              <a:cxnLst/>
              <a:rect l="l" t="t" r="r" b="b"/>
              <a:pathLst>
                <a:path w="428625" h="428625">
                  <a:moveTo>
                    <a:pt x="362075" y="283796"/>
                  </a:moveTo>
                  <a:lnTo>
                    <a:pt x="362887" y="288162"/>
                  </a:lnTo>
                  <a:lnTo>
                    <a:pt x="363975" y="291218"/>
                  </a:lnTo>
                  <a:lnTo>
                    <a:pt x="370333" y="302615"/>
                  </a:lnTo>
                </a:path>
                <a:path w="428625" h="428625">
                  <a:moveTo>
                    <a:pt x="417486" y="382736"/>
                  </a:moveTo>
                  <a:lnTo>
                    <a:pt x="428570" y="409839"/>
                  </a:lnTo>
                  <a:lnTo>
                    <a:pt x="428181" y="412342"/>
                  </a:lnTo>
                  <a:lnTo>
                    <a:pt x="410914" y="428281"/>
                  </a:lnTo>
                  <a:lnTo>
                    <a:pt x="407080" y="428625"/>
                  </a:lnTo>
                </a:path>
                <a:path w="428625" h="428625">
                  <a:moveTo>
                    <a:pt x="272536" y="428620"/>
                  </a:moveTo>
                  <a:lnTo>
                    <a:pt x="248221" y="407105"/>
                  </a:lnTo>
                  <a:lnTo>
                    <a:pt x="248560" y="404163"/>
                  </a:lnTo>
                  <a:lnTo>
                    <a:pt x="249435" y="400927"/>
                  </a:lnTo>
                  <a:lnTo>
                    <a:pt x="250819" y="397972"/>
                  </a:lnTo>
                  <a:lnTo>
                    <a:pt x="254313" y="391703"/>
                  </a:lnTo>
                  <a:lnTo>
                    <a:pt x="259916" y="382120"/>
                  </a:lnTo>
                </a:path>
                <a:path w="428625" h="428625">
                  <a:moveTo>
                    <a:pt x="311418" y="294030"/>
                  </a:moveTo>
                  <a:lnTo>
                    <a:pt x="313319" y="290033"/>
                  </a:lnTo>
                  <a:lnTo>
                    <a:pt x="314390" y="286421"/>
                  </a:lnTo>
                  <a:lnTo>
                    <a:pt x="314813" y="283445"/>
                  </a:lnTo>
                  <a:lnTo>
                    <a:pt x="314842" y="277044"/>
                  </a:lnTo>
                </a:path>
                <a:path w="428625" h="428625">
                  <a:moveTo>
                    <a:pt x="0" y="0"/>
                  </a:moveTo>
                  <a:lnTo>
                    <a:pt x="104" y="348676"/>
                  </a:lnTo>
                  <a:lnTo>
                    <a:pt x="248443" y="348672"/>
                  </a:lnTo>
                </a:path>
              </a:pathLst>
            </a:custGeom>
            <a:ln w="18836">
              <a:solidFill>
                <a:srgbClr val="325E7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96252" y="2918415"/>
              <a:ext cx="393535" cy="39791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835420" y="3352795"/>
              <a:ext cx="134620" cy="0"/>
            </a:xfrm>
            <a:custGeom>
              <a:avLst/>
              <a:gdLst/>
              <a:ahLst/>
              <a:cxnLst/>
              <a:rect l="l" t="t" r="r" b="b"/>
              <a:pathLst>
                <a:path w="134620">
                  <a:moveTo>
                    <a:pt x="134543" y="4"/>
                  </a:moveTo>
                  <a:lnTo>
                    <a:pt x="0" y="0"/>
                  </a:lnTo>
                </a:path>
              </a:pathLst>
            </a:custGeom>
            <a:ln w="18836">
              <a:solidFill>
                <a:srgbClr val="325E7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193087" y="2906712"/>
            <a:ext cx="2375535" cy="14363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125" dirty="0">
                <a:solidFill>
                  <a:srgbClr val="2A404F"/>
                </a:solidFill>
                <a:latin typeface="Microsoft Sans Serif"/>
                <a:cs typeface="Microsoft Sans Serif"/>
              </a:rPr>
              <a:t>Intelligent</a:t>
            </a:r>
            <a:r>
              <a:rPr sz="1650" spc="5" dirty="0">
                <a:solidFill>
                  <a:srgbClr val="2A404F"/>
                </a:solidFill>
                <a:latin typeface="Microsoft Sans Serif"/>
                <a:cs typeface="Microsoft Sans Serif"/>
              </a:rPr>
              <a:t> </a:t>
            </a:r>
            <a:r>
              <a:rPr sz="1650" spc="85" dirty="0">
                <a:solidFill>
                  <a:srgbClr val="2A404F"/>
                </a:solidFill>
                <a:latin typeface="Microsoft Sans Serif"/>
                <a:cs typeface="Microsoft Sans Serif"/>
              </a:rPr>
              <a:t>Analytics</a:t>
            </a:r>
            <a:endParaRPr sz="1650">
              <a:latin typeface="Microsoft Sans Serif"/>
              <a:cs typeface="Microsoft Sans Serif"/>
            </a:endParaRPr>
          </a:p>
          <a:p>
            <a:pPr marL="12700" marR="5080">
              <a:lnSpc>
                <a:spcPct val="132700"/>
              </a:lnSpc>
              <a:spcBef>
                <a:spcPts val="490"/>
              </a:spcBef>
            </a:pPr>
            <a:r>
              <a:rPr sz="1350" spc="-55" dirty="0">
                <a:solidFill>
                  <a:srgbClr val="2A404F"/>
                </a:solidFill>
                <a:latin typeface="Tahoma"/>
                <a:cs typeface="Tahoma"/>
              </a:rPr>
              <a:t>Generate</a:t>
            </a:r>
            <a:r>
              <a:rPr sz="1350" spc="-8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2A404F"/>
                </a:solidFill>
                <a:latin typeface="Tahoma"/>
                <a:cs typeface="Tahoma"/>
              </a:rPr>
              <a:t>actionable</a:t>
            </a:r>
            <a:r>
              <a:rPr sz="1350" spc="-8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A404F"/>
                </a:solidFill>
                <a:latin typeface="Tahoma"/>
                <a:cs typeface="Tahoma"/>
              </a:rPr>
              <a:t>insights </a:t>
            </a:r>
            <a:r>
              <a:rPr sz="1350" spc="-35" dirty="0">
                <a:solidFill>
                  <a:srgbClr val="2A404F"/>
                </a:solidFill>
                <a:latin typeface="Tahoma"/>
                <a:cs typeface="Tahoma"/>
              </a:rPr>
              <a:t>through</a:t>
            </a:r>
            <a:r>
              <a:rPr sz="1350" spc="-10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40" dirty="0">
                <a:solidFill>
                  <a:srgbClr val="2A404F"/>
                </a:solidFill>
                <a:latin typeface="Tahoma"/>
                <a:cs typeface="Tahoma"/>
              </a:rPr>
              <a:t>data</a:t>
            </a:r>
            <a:r>
              <a:rPr sz="1350" spc="-10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2A404F"/>
                </a:solidFill>
                <a:latin typeface="Tahoma"/>
                <a:cs typeface="Tahoma"/>
              </a:rPr>
              <a:t>visualization</a:t>
            </a:r>
            <a:r>
              <a:rPr sz="1350" spc="-10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2A404F"/>
                </a:solidFill>
                <a:latin typeface="Tahoma"/>
                <a:cs typeface="Tahoma"/>
              </a:rPr>
              <a:t>and predictive</a:t>
            </a:r>
            <a:r>
              <a:rPr sz="1350" spc="-11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2A404F"/>
                </a:solidFill>
                <a:latin typeface="Tahoma"/>
                <a:cs typeface="Tahoma"/>
              </a:rPr>
              <a:t>analytics</a:t>
            </a:r>
            <a:r>
              <a:rPr sz="1350" spc="-11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35" dirty="0">
                <a:solidFill>
                  <a:srgbClr val="2A404F"/>
                </a:solidFill>
                <a:latin typeface="Tahoma"/>
                <a:cs typeface="Tahoma"/>
              </a:rPr>
              <a:t>for</a:t>
            </a:r>
            <a:r>
              <a:rPr sz="1350" spc="-11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2A404F"/>
                </a:solidFill>
                <a:latin typeface="Tahoma"/>
                <a:cs typeface="Tahoma"/>
              </a:rPr>
              <a:t>improved </a:t>
            </a:r>
            <a:r>
              <a:rPr sz="1350" spc="-35" dirty="0">
                <a:solidFill>
                  <a:srgbClr val="2A404F"/>
                </a:solidFill>
                <a:latin typeface="Tahoma"/>
                <a:cs typeface="Tahoma"/>
              </a:rPr>
              <a:t>teaching</a:t>
            </a:r>
            <a:r>
              <a:rPr sz="1350" spc="-10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A404F"/>
                </a:solidFill>
                <a:latin typeface="Tahoma"/>
                <a:cs typeface="Tahoma"/>
              </a:rPr>
              <a:t>strategies.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2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204" dirty="0">
                <a:solidFill>
                  <a:srgbClr val="124E73"/>
                </a:solidFill>
              </a:rPr>
              <a:t>System</a:t>
            </a:r>
            <a:r>
              <a:rPr spc="-75" dirty="0">
                <a:solidFill>
                  <a:srgbClr val="124E73"/>
                </a:solidFill>
              </a:rPr>
              <a:t> </a:t>
            </a:r>
            <a:r>
              <a:rPr spc="85" dirty="0">
                <a:solidFill>
                  <a:srgbClr val="124E73"/>
                </a:solidFill>
              </a:rPr>
              <a:t>Architecture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00074" y="2613025"/>
            <a:ext cx="3295650" cy="514350"/>
            <a:chOff x="600074" y="2886074"/>
            <a:chExt cx="3295650" cy="514350"/>
          </a:xfrm>
        </p:grpSpPr>
        <p:sp>
          <p:nvSpPr>
            <p:cNvPr id="4" name="object 4"/>
            <p:cNvSpPr/>
            <p:nvPr/>
          </p:nvSpPr>
          <p:spPr>
            <a:xfrm>
              <a:off x="600062" y="2886074"/>
              <a:ext cx="3295650" cy="514350"/>
            </a:xfrm>
            <a:custGeom>
              <a:avLst/>
              <a:gdLst/>
              <a:ahLst/>
              <a:cxnLst/>
              <a:rect l="l" t="t" r="r" b="b"/>
              <a:pathLst>
                <a:path w="3295650" h="514350">
                  <a:moveTo>
                    <a:pt x="3295650" y="190042"/>
                  </a:moveTo>
                  <a:lnTo>
                    <a:pt x="3277070" y="171450"/>
                  </a:lnTo>
                  <a:lnTo>
                    <a:pt x="499745" y="171450"/>
                  </a:lnTo>
                  <a:lnTo>
                    <a:pt x="498005" y="166547"/>
                  </a:lnTo>
                  <a:lnTo>
                    <a:pt x="480021" y="128524"/>
                  </a:lnTo>
                  <a:lnTo>
                    <a:pt x="450634" y="87515"/>
                  </a:lnTo>
                  <a:lnTo>
                    <a:pt x="413816" y="53035"/>
                  </a:lnTo>
                  <a:lnTo>
                    <a:pt x="370979" y="26403"/>
                  </a:lnTo>
                  <a:lnTo>
                    <a:pt x="323773" y="8636"/>
                  </a:lnTo>
                  <a:lnTo>
                    <a:pt x="274002" y="419"/>
                  </a:lnTo>
                  <a:lnTo>
                    <a:pt x="265607" y="0"/>
                  </a:lnTo>
                  <a:lnTo>
                    <a:pt x="248754" y="0"/>
                  </a:lnTo>
                  <a:lnTo>
                    <a:pt x="198742" y="6591"/>
                  </a:lnTo>
                  <a:lnTo>
                    <a:pt x="150977" y="22809"/>
                  </a:lnTo>
                  <a:lnTo>
                    <a:pt x="107302" y="48031"/>
                  </a:lnTo>
                  <a:lnTo>
                    <a:pt x="69380" y="81292"/>
                  </a:lnTo>
                  <a:lnTo>
                    <a:pt x="38671" y="121310"/>
                  </a:lnTo>
                  <a:lnTo>
                    <a:pt x="16357" y="166547"/>
                  </a:lnTo>
                  <a:lnTo>
                    <a:pt x="3302" y="215265"/>
                  </a:lnTo>
                  <a:lnTo>
                    <a:pt x="0" y="248754"/>
                  </a:lnTo>
                  <a:lnTo>
                    <a:pt x="0" y="265607"/>
                  </a:lnTo>
                  <a:lnTo>
                    <a:pt x="6591" y="315620"/>
                  </a:lnTo>
                  <a:lnTo>
                    <a:pt x="22809" y="363385"/>
                  </a:lnTo>
                  <a:lnTo>
                    <a:pt x="48031" y="407060"/>
                  </a:lnTo>
                  <a:lnTo>
                    <a:pt x="81292" y="444982"/>
                  </a:lnTo>
                  <a:lnTo>
                    <a:pt x="121310" y="475691"/>
                  </a:lnTo>
                  <a:lnTo>
                    <a:pt x="166547" y="498005"/>
                  </a:lnTo>
                  <a:lnTo>
                    <a:pt x="215265" y="511060"/>
                  </a:lnTo>
                  <a:lnTo>
                    <a:pt x="248754" y="514350"/>
                  </a:lnTo>
                  <a:lnTo>
                    <a:pt x="265607" y="514350"/>
                  </a:lnTo>
                  <a:lnTo>
                    <a:pt x="315620" y="507771"/>
                  </a:lnTo>
                  <a:lnTo>
                    <a:pt x="363385" y="491553"/>
                  </a:lnTo>
                  <a:lnTo>
                    <a:pt x="407060" y="466331"/>
                  </a:lnTo>
                  <a:lnTo>
                    <a:pt x="444982" y="433070"/>
                  </a:lnTo>
                  <a:lnTo>
                    <a:pt x="475691" y="393052"/>
                  </a:lnTo>
                  <a:lnTo>
                    <a:pt x="498005" y="347814"/>
                  </a:lnTo>
                  <a:lnTo>
                    <a:pt x="499757" y="342900"/>
                  </a:lnTo>
                  <a:lnTo>
                    <a:pt x="3277070" y="342900"/>
                  </a:lnTo>
                  <a:lnTo>
                    <a:pt x="3295650" y="324319"/>
                  </a:lnTo>
                  <a:lnTo>
                    <a:pt x="3295650" y="190042"/>
                  </a:lnTo>
                  <a:close/>
                </a:path>
              </a:pathLst>
            </a:custGeom>
            <a:solidFill>
              <a:srgbClr val="F2ED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7585" y="3023000"/>
              <a:ext cx="263014" cy="249822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07719" y="3298825"/>
            <a:ext cx="2830195" cy="11696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80" dirty="0">
                <a:solidFill>
                  <a:srgbClr val="2A404F"/>
                </a:solidFill>
                <a:latin typeface="Microsoft Sans Serif"/>
                <a:cs typeface="Microsoft Sans Serif"/>
              </a:rPr>
              <a:t>Front-</a:t>
            </a:r>
            <a:r>
              <a:rPr sz="1650" dirty="0">
                <a:solidFill>
                  <a:srgbClr val="2A404F"/>
                </a:solidFill>
                <a:latin typeface="Microsoft Sans Serif"/>
                <a:cs typeface="Microsoft Sans Serif"/>
              </a:rPr>
              <a:t>End</a:t>
            </a:r>
            <a:r>
              <a:rPr sz="1650" spc="150" dirty="0">
                <a:solidFill>
                  <a:srgbClr val="2A404F"/>
                </a:solidFill>
                <a:latin typeface="Microsoft Sans Serif"/>
                <a:cs typeface="Microsoft Sans Serif"/>
              </a:rPr>
              <a:t> </a:t>
            </a:r>
            <a:r>
              <a:rPr sz="1650" spc="55" dirty="0">
                <a:solidFill>
                  <a:srgbClr val="2A404F"/>
                </a:solidFill>
                <a:latin typeface="Microsoft Sans Serif"/>
                <a:cs typeface="Microsoft Sans Serif"/>
              </a:rPr>
              <a:t>Layer</a:t>
            </a:r>
            <a:endParaRPr sz="1650">
              <a:latin typeface="Microsoft Sans Serif"/>
              <a:cs typeface="Microsoft Sans Serif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sz="1350" spc="-40" dirty="0">
                <a:solidFill>
                  <a:srgbClr val="2A404F"/>
                </a:solidFill>
                <a:latin typeface="Tahoma"/>
                <a:cs typeface="Tahoma"/>
              </a:rPr>
              <a:t>Responsive</a:t>
            </a:r>
            <a:r>
              <a:rPr sz="1350" spc="-10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40" dirty="0">
                <a:solidFill>
                  <a:srgbClr val="2A404F"/>
                </a:solidFill>
                <a:latin typeface="Tahoma"/>
                <a:cs typeface="Tahoma"/>
              </a:rPr>
              <a:t>user</a:t>
            </a:r>
            <a:r>
              <a:rPr sz="1350" spc="-10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40" dirty="0">
                <a:solidFill>
                  <a:srgbClr val="2A404F"/>
                </a:solidFill>
                <a:latin typeface="Tahoma"/>
                <a:cs typeface="Tahoma"/>
              </a:rPr>
              <a:t>interface</a:t>
            </a:r>
            <a:r>
              <a:rPr sz="1350" spc="-10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A404F"/>
                </a:solidFill>
                <a:latin typeface="Tahoma"/>
                <a:cs typeface="Tahoma"/>
              </a:rPr>
              <a:t>built</a:t>
            </a:r>
            <a:r>
              <a:rPr sz="1350" spc="-10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2A404F"/>
                </a:solidFill>
                <a:latin typeface="Tahoma"/>
                <a:cs typeface="Tahoma"/>
              </a:rPr>
              <a:t>with </a:t>
            </a:r>
            <a:r>
              <a:rPr sz="1350" spc="-30" dirty="0">
                <a:solidFill>
                  <a:srgbClr val="2A404F"/>
                </a:solidFill>
                <a:latin typeface="Tahoma"/>
                <a:cs typeface="Tahoma"/>
              </a:rPr>
              <a:t>modern</a:t>
            </a:r>
            <a:r>
              <a:rPr sz="1350" spc="-8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40" dirty="0">
                <a:solidFill>
                  <a:srgbClr val="2A404F"/>
                </a:solidFill>
                <a:latin typeface="Tahoma"/>
                <a:cs typeface="Tahoma"/>
              </a:rPr>
              <a:t>frameworks</a:t>
            </a:r>
            <a:r>
              <a:rPr sz="1350" spc="-8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35" dirty="0">
                <a:solidFill>
                  <a:srgbClr val="2A404F"/>
                </a:solidFill>
                <a:latin typeface="Tahoma"/>
                <a:cs typeface="Tahoma"/>
              </a:rPr>
              <a:t>ensuring</a:t>
            </a:r>
            <a:r>
              <a:rPr sz="1350" spc="-8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30" dirty="0">
                <a:solidFill>
                  <a:srgbClr val="2A404F"/>
                </a:solidFill>
                <a:latin typeface="Tahoma"/>
                <a:cs typeface="Tahoma"/>
              </a:rPr>
              <a:t>seamless </a:t>
            </a:r>
            <a:r>
              <a:rPr sz="1350" spc="-40" dirty="0">
                <a:solidFill>
                  <a:srgbClr val="2A404F"/>
                </a:solidFill>
                <a:latin typeface="Tahoma"/>
                <a:cs typeface="Tahoma"/>
              </a:rPr>
              <a:t>experience</a:t>
            </a:r>
            <a:r>
              <a:rPr sz="1350" spc="-10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35" dirty="0">
                <a:solidFill>
                  <a:srgbClr val="2A404F"/>
                </a:solidFill>
                <a:latin typeface="Tahoma"/>
                <a:cs typeface="Tahoma"/>
              </a:rPr>
              <a:t>across</a:t>
            </a:r>
            <a:r>
              <a:rPr sz="1350" spc="-10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A404F"/>
                </a:solidFill>
                <a:latin typeface="Tahoma"/>
                <a:cs typeface="Tahoma"/>
              </a:rPr>
              <a:t>devices.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067175" y="2628899"/>
            <a:ext cx="3295650" cy="514350"/>
            <a:chOff x="4067175" y="2628899"/>
            <a:chExt cx="3295650" cy="514350"/>
          </a:xfrm>
        </p:grpSpPr>
        <p:sp>
          <p:nvSpPr>
            <p:cNvPr id="8" name="object 8"/>
            <p:cNvSpPr/>
            <p:nvPr/>
          </p:nvSpPr>
          <p:spPr>
            <a:xfrm>
              <a:off x="4067162" y="2628899"/>
              <a:ext cx="3295650" cy="514350"/>
            </a:xfrm>
            <a:custGeom>
              <a:avLst/>
              <a:gdLst/>
              <a:ahLst/>
              <a:cxnLst/>
              <a:rect l="l" t="t" r="r" b="b"/>
              <a:pathLst>
                <a:path w="3295650" h="514350">
                  <a:moveTo>
                    <a:pt x="3295650" y="190042"/>
                  </a:moveTo>
                  <a:lnTo>
                    <a:pt x="3277070" y="171450"/>
                  </a:lnTo>
                  <a:lnTo>
                    <a:pt x="499745" y="171450"/>
                  </a:lnTo>
                  <a:lnTo>
                    <a:pt x="498005" y="166547"/>
                  </a:lnTo>
                  <a:lnTo>
                    <a:pt x="480021" y="128524"/>
                  </a:lnTo>
                  <a:lnTo>
                    <a:pt x="450634" y="87515"/>
                  </a:lnTo>
                  <a:lnTo>
                    <a:pt x="413816" y="53035"/>
                  </a:lnTo>
                  <a:lnTo>
                    <a:pt x="370979" y="26403"/>
                  </a:lnTo>
                  <a:lnTo>
                    <a:pt x="323773" y="8636"/>
                  </a:lnTo>
                  <a:lnTo>
                    <a:pt x="274002" y="419"/>
                  </a:lnTo>
                  <a:lnTo>
                    <a:pt x="265607" y="0"/>
                  </a:lnTo>
                  <a:lnTo>
                    <a:pt x="248754" y="0"/>
                  </a:lnTo>
                  <a:lnTo>
                    <a:pt x="198742" y="6591"/>
                  </a:lnTo>
                  <a:lnTo>
                    <a:pt x="150977" y="22809"/>
                  </a:lnTo>
                  <a:lnTo>
                    <a:pt x="107302" y="48031"/>
                  </a:lnTo>
                  <a:lnTo>
                    <a:pt x="69380" y="81292"/>
                  </a:lnTo>
                  <a:lnTo>
                    <a:pt x="38671" y="121310"/>
                  </a:lnTo>
                  <a:lnTo>
                    <a:pt x="16357" y="166547"/>
                  </a:lnTo>
                  <a:lnTo>
                    <a:pt x="3302" y="215265"/>
                  </a:lnTo>
                  <a:lnTo>
                    <a:pt x="0" y="248754"/>
                  </a:lnTo>
                  <a:lnTo>
                    <a:pt x="0" y="265607"/>
                  </a:lnTo>
                  <a:lnTo>
                    <a:pt x="6591" y="315620"/>
                  </a:lnTo>
                  <a:lnTo>
                    <a:pt x="22809" y="363385"/>
                  </a:lnTo>
                  <a:lnTo>
                    <a:pt x="48031" y="407060"/>
                  </a:lnTo>
                  <a:lnTo>
                    <a:pt x="81292" y="444982"/>
                  </a:lnTo>
                  <a:lnTo>
                    <a:pt x="121310" y="475691"/>
                  </a:lnTo>
                  <a:lnTo>
                    <a:pt x="166547" y="498005"/>
                  </a:lnTo>
                  <a:lnTo>
                    <a:pt x="215265" y="511060"/>
                  </a:lnTo>
                  <a:lnTo>
                    <a:pt x="248754" y="514350"/>
                  </a:lnTo>
                  <a:lnTo>
                    <a:pt x="265607" y="514350"/>
                  </a:lnTo>
                  <a:lnTo>
                    <a:pt x="315620" y="507771"/>
                  </a:lnTo>
                  <a:lnTo>
                    <a:pt x="363385" y="491553"/>
                  </a:lnTo>
                  <a:lnTo>
                    <a:pt x="407060" y="466331"/>
                  </a:lnTo>
                  <a:lnTo>
                    <a:pt x="444982" y="433070"/>
                  </a:lnTo>
                  <a:lnTo>
                    <a:pt x="475691" y="393052"/>
                  </a:lnTo>
                  <a:lnTo>
                    <a:pt x="498005" y="347814"/>
                  </a:lnTo>
                  <a:lnTo>
                    <a:pt x="499757" y="342900"/>
                  </a:lnTo>
                  <a:lnTo>
                    <a:pt x="3277070" y="342900"/>
                  </a:lnTo>
                  <a:lnTo>
                    <a:pt x="3295650" y="324319"/>
                  </a:lnTo>
                  <a:lnTo>
                    <a:pt x="3295650" y="190042"/>
                  </a:lnTo>
                  <a:close/>
                </a:path>
              </a:pathLst>
            </a:custGeom>
            <a:solidFill>
              <a:srgbClr val="F2ED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200525" y="2771350"/>
              <a:ext cx="257175" cy="239395"/>
            </a:xfrm>
            <a:custGeom>
              <a:avLst/>
              <a:gdLst/>
              <a:ahLst/>
              <a:cxnLst/>
              <a:rect l="l" t="t" r="r" b="b"/>
              <a:pathLst>
                <a:path w="257175" h="239394">
                  <a:moveTo>
                    <a:pt x="253475" y="87244"/>
                  </a:moveTo>
                  <a:lnTo>
                    <a:pt x="255969" y="91718"/>
                  </a:lnTo>
                  <a:lnTo>
                    <a:pt x="256737" y="93852"/>
                  </a:lnTo>
                  <a:lnTo>
                    <a:pt x="256947" y="95100"/>
                  </a:lnTo>
                  <a:lnTo>
                    <a:pt x="257054" y="126068"/>
                  </a:lnTo>
                </a:path>
                <a:path w="257175" h="239394">
                  <a:moveTo>
                    <a:pt x="257038" y="163236"/>
                  </a:moveTo>
                  <a:lnTo>
                    <a:pt x="234405" y="173231"/>
                  </a:lnTo>
                  <a:lnTo>
                    <a:pt x="224417" y="173324"/>
                  </a:lnTo>
                </a:path>
                <a:path w="257175" h="239394">
                  <a:moveTo>
                    <a:pt x="133595" y="173347"/>
                  </a:moveTo>
                  <a:lnTo>
                    <a:pt x="89397" y="173322"/>
                  </a:lnTo>
                </a:path>
                <a:path w="257175" h="239394">
                  <a:moveTo>
                    <a:pt x="11365" y="173338"/>
                  </a:moveTo>
                  <a:lnTo>
                    <a:pt x="89" y="119162"/>
                  </a:lnTo>
                  <a:lnTo>
                    <a:pt x="53" y="97209"/>
                  </a:lnTo>
                  <a:lnTo>
                    <a:pt x="291" y="94776"/>
                  </a:lnTo>
                  <a:lnTo>
                    <a:pt x="972" y="92414"/>
                  </a:lnTo>
                  <a:lnTo>
                    <a:pt x="4042" y="86736"/>
                  </a:lnTo>
                </a:path>
                <a:path w="257175" h="239394">
                  <a:moveTo>
                    <a:pt x="252985" y="86365"/>
                  </a:moveTo>
                  <a:lnTo>
                    <a:pt x="256099" y="81555"/>
                  </a:lnTo>
                  <a:lnTo>
                    <a:pt x="256940" y="79015"/>
                  </a:lnTo>
                  <a:lnTo>
                    <a:pt x="257166" y="76519"/>
                  </a:lnTo>
                  <a:lnTo>
                    <a:pt x="257147" y="41794"/>
                  </a:lnTo>
                  <a:lnTo>
                    <a:pt x="254988" y="3434"/>
                  </a:lnTo>
                  <a:lnTo>
                    <a:pt x="247919" y="206"/>
                  </a:lnTo>
                  <a:lnTo>
                    <a:pt x="238043" y="0"/>
                  </a:lnTo>
                </a:path>
                <a:path w="257175" h="239394">
                  <a:moveTo>
                    <a:pt x="27462" y="2"/>
                  </a:moveTo>
                  <a:lnTo>
                    <a:pt x="910" y="5066"/>
                  </a:lnTo>
                  <a:lnTo>
                    <a:pt x="70" y="7893"/>
                  </a:lnTo>
                </a:path>
                <a:path w="257175" h="239394">
                  <a:moveTo>
                    <a:pt x="0" y="77528"/>
                  </a:moveTo>
                  <a:lnTo>
                    <a:pt x="163" y="79146"/>
                  </a:lnTo>
                  <a:lnTo>
                    <a:pt x="653" y="80972"/>
                  </a:lnTo>
                  <a:lnTo>
                    <a:pt x="1419" y="82607"/>
                  </a:lnTo>
                  <a:lnTo>
                    <a:pt x="4042" y="86736"/>
                  </a:lnTo>
                </a:path>
                <a:path w="257175" h="239394">
                  <a:moveTo>
                    <a:pt x="252441" y="87167"/>
                  </a:moveTo>
                  <a:lnTo>
                    <a:pt x="4042" y="86736"/>
                  </a:lnTo>
                </a:path>
                <a:path w="257175" h="239394">
                  <a:moveTo>
                    <a:pt x="128639" y="238929"/>
                  </a:moveTo>
                  <a:lnTo>
                    <a:pt x="128493" y="173309"/>
                  </a:lnTo>
                </a:path>
                <a:path w="257175" h="239394">
                  <a:moveTo>
                    <a:pt x="47639" y="238973"/>
                  </a:moveTo>
                  <a:lnTo>
                    <a:pt x="209195" y="238938"/>
                  </a:lnTo>
                </a:path>
                <a:path w="257175" h="239394">
                  <a:moveTo>
                    <a:pt x="257054" y="126068"/>
                  </a:moveTo>
                  <a:lnTo>
                    <a:pt x="257038" y="163236"/>
                  </a:lnTo>
                </a:path>
                <a:path w="257175" h="239394">
                  <a:moveTo>
                    <a:pt x="58002" y="43364"/>
                  </a:moveTo>
                  <a:lnTo>
                    <a:pt x="46866" y="54499"/>
                  </a:lnTo>
                  <a:lnTo>
                    <a:pt x="43791" y="54499"/>
                  </a:lnTo>
                  <a:lnTo>
                    <a:pt x="41166" y="53412"/>
                  </a:lnTo>
                  <a:lnTo>
                    <a:pt x="38992" y="51238"/>
                  </a:lnTo>
                  <a:lnTo>
                    <a:pt x="36817" y="49064"/>
                  </a:lnTo>
                  <a:lnTo>
                    <a:pt x="35730" y="46439"/>
                  </a:lnTo>
                  <a:lnTo>
                    <a:pt x="35730" y="43364"/>
                  </a:lnTo>
                  <a:lnTo>
                    <a:pt x="35730" y="40289"/>
                  </a:lnTo>
                  <a:lnTo>
                    <a:pt x="36817" y="37664"/>
                  </a:lnTo>
                  <a:lnTo>
                    <a:pt x="38992" y="35490"/>
                  </a:lnTo>
                  <a:lnTo>
                    <a:pt x="41166" y="33315"/>
                  </a:lnTo>
                  <a:lnTo>
                    <a:pt x="43791" y="32228"/>
                  </a:lnTo>
                  <a:lnTo>
                    <a:pt x="46866" y="32228"/>
                  </a:lnTo>
                  <a:lnTo>
                    <a:pt x="49941" y="32228"/>
                  </a:lnTo>
                  <a:lnTo>
                    <a:pt x="52566" y="33315"/>
                  </a:lnTo>
                  <a:lnTo>
                    <a:pt x="54740" y="35490"/>
                  </a:lnTo>
                  <a:lnTo>
                    <a:pt x="56914" y="37664"/>
                  </a:lnTo>
                  <a:lnTo>
                    <a:pt x="58002" y="40289"/>
                  </a:lnTo>
                  <a:lnTo>
                    <a:pt x="58002" y="43364"/>
                  </a:lnTo>
                  <a:close/>
                </a:path>
                <a:path w="257175" h="239394">
                  <a:moveTo>
                    <a:pt x="53211" y="52529"/>
                  </a:moveTo>
                  <a:lnTo>
                    <a:pt x="54884" y="51562"/>
                  </a:lnTo>
                </a:path>
                <a:path w="257175" h="239394">
                  <a:moveTo>
                    <a:pt x="224417" y="173324"/>
                  </a:moveTo>
                  <a:lnTo>
                    <a:pt x="133595" y="173347"/>
                  </a:lnTo>
                </a:path>
                <a:path w="257175" h="239394">
                  <a:moveTo>
                    <a:pt x="169517" y="43081"/>
                  </a:moveTo>
                  <a:lnTo>
                    <a:pt x="223575" y="43078"/>
                  </a:lnTo>
                </a:path>
                <a:path w="257175" h="239394">
                  <a:moveTo>
                    <a:pt x="58235" y="130085"/>
                  </a:moveTo>
                  <a:lnTo>
                    <a:pt x="46845" y="141474"/>
                  </a:lnTo>
                  <a:lnTo>
                    <a:pt x="43700" y="141474"/>
                  </a:lnTo>
                  <a:lnTo>
                    <a:pt x="41015" y="140362"/>
                  </a:lnTo>
                  <a:lnTo>
                    <a:pt x="38791" y="138138"/>
                  </a:lnTo>
                  <a:lnTo>
                    <a:pt x="36567" y="135914"/>
                  </a:lnTo>
                  <a:lnTo>
                    <a:pt x="35455" y="133230"/>
                  </a:lnTo>
                  <a:lnTo>
                    <a:pt x="35455" y="130085"/>
                  </a:lnTo>
                  <a:lnTo>
                    <a:pt x="35455" y="126939"/>
                  </a:lnTo>
                  <a:lnTo>
                    <a:pt x="36567" y="124255"/>
                  </a:lnTo>
                  <a:lnTo>
                    <a:pt x="38791" y="122031"/>
                  </a:lnTo>
                  <a:lnTo>
                    <a:pt x="41015" y="119807"/>
                  </a:lnTo>
                  <a:lnTo>
                    <a:pt x="43700" y="118695"/>
                  </a:lnTo>
                  <a:lnTo>
                    <a:pt x="46845" y="118695"/>
                  </a:lnTo>
                  <a:lnTo>
                    <a:pt x="49990" y="118695"/>
                  </a:lnTo>
                  <a:lnTo>
                    <a:pt x="52675" y="119807"/>
                  </a:lnTo>
                  <a:lnTo>
                    <a:pt x="54899" y="122031"/>
                  </a:lnTo>
                  <a:lnTo>
                    <a:pt x="57123" y="124255"/>
                  </a:lnTo>
                  <a:lnTo>
                    <a:pt x="58235" y="126939"/>
                  </a:lnTo>
                  <a:lnTo>
                    <a:pt x="58235" y="130085"/>
                  </a:lnTo>
                  <a:close/>
                </a:path>
                <a:path w="257175" h="239394">
                  <a:moveTo>
                    <a:pt x="89397" y="173322"/>
                  </a:moveTo>
                  <a:lnTo>
                    <a:pt x="11365" y="173338"/>
                  </a:lnTo>
                </a:path>
                <a:path w="257175" h="239394">
                  <a:moveTo>
                    <a:pt x="55901" y="137120"/>
                  </a:moveTo>
                  <a:lnTo>
                    <a:pt x="56755" y="136144"/>
                  </a:lnTo>
                </a:path>
                <a:path w="257175" h="239394">
                  <a:moveTo>
                    <a:pt x="168737" y="129418"/>
                  </a:moveTo>
                  <a:lnTo>
                    <a:pt x="222821" y="129796"/>
                  </a:lnTo>
                </a:path>
                <a:path w="257175" h="239394">
                  <a:moveTo>
                    <a:pt x="238043" y="0"/>
                  </a:moveTo>
                  <a:lnTo>
                    <a:pt x="27462" y="2"/>
                  </a:lnTo>
                </a:path>
                <a:path w="257175" h="239394">
                  <a:moveTo>
                    <a:pt x="70" y="7893"/>
                  </a:moveTo>
                  <a:lnTo>
                    <a:pt x="0" y="77528"/>
                  </a:lnTo>
                </a:path>
              </a:pathLst>
            </a:custGeom>
            <a:ln w="11396">
              <a:solidFill>
                <a:srgbClr val="2A40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274820" y="3297237"/>
            <a:ext cx="2583180" cy="11696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70" dirty="0">
                <a:solidFill>
                  <a:srgbClr val="2A404F"/>
                </a:solidFill>
                <a:latin typeface="Microsoft Sans Serif"/>
                <a:cs typeface="Microsoft Sans Serif"/>
              </a:rPr>
              <a:t>Back-</a:t>
            </a:r>
            <a:r>
              <a:rPr sz="1650" dirty="0">
                <a:solidFill>
                  <a:srgbClr val="2A404F"/>
                </a:solidFill>
                <a:latin typeface="Microsoft Sans Serif"/>
                <a:cs typeface="Microsoft Sans Serif"/>
              </a:rPr>
              <a:t>End</a:t>
            </a:r>
            <a:r>
              <a:rPr sz="1650" spc="140" dirty="0">
                <a:solidFill>
                  <a:srgbClr val="2A404F"/>
                </a:solidFill>
                <a:latin typeface="Microsoft Sans Serif"/>
                <a:cs typeface="Microsoft Sans Serif"/>
              </a:rPr>
              <a:t> </a:t>
            </a:r>
            <a:r>
              <a:rPr sz="1650" spc="55" dirty="0">
                <a:solidFill>
                  <a:srgbClr val="2A404F"/>
                </a:solidFill>
                <a:latin typeface="Microsoft Sans Serif"/>
                <a:cs typeface="Microsoft Sans Serif"/>
              </a:rPr>
              <a:t>Layer</a:t>
            </a:r>
            <a:endParaRPr sz="1650">
              <a:latin typeface="Microsoft Sans Serif"/>
              <a:cs typeface="Microsoft Sans Serif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sz="1350" spc="-40" dirty="0">
                <a:solidFill>
                  <a:srgbClr val="2A404F"/>
                </a:solidFill>
                <a:latin typeface="Tahoma"/>
                <a:cs typeface="Tahoma"/>
              </a:rPr>
              <a:t>Robust</a:t>
            </a:r>
            <a:r>
              <a:rPr sz="1350" spc="-10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80" dirty="0">
                <a:solidFill>
                  <a:srgbClr val="2A404F"/>
                </a:solidFill>
                <a:latin typeface="Tahoma"/>
                <a:cs typeface="Tahoma"/>
              </a:rPr>
              <a:t>API</a:t>
            </a:r>
            <a:r>
              <a:rPr sz="1350" spc="-9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30" dirty="0">
                <a:solidFill>
                  <a:srgbClr val="2A404F"/>
                </a:solidFill>
                <a:latin typeface="Tahoma"/>
                <a:cs typeface="Tahoma"/>
              </a:rPr>
              <a:t>development</a:t>
            </a:r>
            <a:r>
              <a:rPr sz="1350" spc="-9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A404F"/>
                </a:solidFill>
                <a:latin typeface="Tahoma"/>
                <a:cs typeface="Tahoma"/>
              </a:rPr>
              <a:t>handling </a:t>
            </a:r>
            <a:r>
              <a:rPr sz="1350" spc="-30" dirty="0">
                <a:solidFill>
                  <a:srgbClr val="2A404F"/>
                </a:solidFill>
                <a:latin typeface="Tahoma"/>
                <a:cs typeface="Tahoma"/>
              </a:rPr>
              <a:t>business</a:t>
            </a:r>
            <a:r>
              <a:rPr sz="1350" spc="-11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30" dirty="0">
                <a:solidFill>
                  <a:srgbClr val="2A404F"/>
                </a:solidFill>
                <a:latin typeface="Tahoma"/>
                <a:cs typeface="Tahoma"/>
              </a:rPr>
              <a:t>logic,</a:t>
            </a:r>
            <a:r>
              <a:rPr sz="1350" spc="-10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40" dirty="0">
                <a:solidFill>
                  <a:srgbClr val="2A404F"/>
                </a:solidFill>
                <a:latin typeface="Tahoma"/>
                <a:cs typeface="Tahoma"/>
              </a:rPr>
              <a:t>data</a:t>
            </a:r>
            <a:r>
              <a:rPr sz="1350" spc="-10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40" dirty="0">
                <a:solidFill>
                  <a:srgbClr val="2A404F"/>
                </a:solidFill>
                <a:latin typeface="Tahoma"/>
                <a:cs typeface="Tahoma"/>
              </a:rPr>
              <a:t>processing,</a:t>
            </a:r>
            <a:r>
              <a:rPr sz="1350" spc="-9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2A404F"/>
                </a:solidFill>
                <a:latin typeface="Tahoma"/>
                <a:cs typeface="Tahoma"/>
              </a:rPr>
              <a:t>and </a:t>
            </a:r>
            <a:r>
              <a:rPr sz="1350" spc="-45" dirty="0">
                <a:solidFill>
                  <a:srgbClr val="2A404F"/>
                </a:solidFill>
                <a:latin typeface="Tahoma"/>
                <a:cs typeface="Tahoma"/>
              </a:rPr>
              <a:t>system</a:t>
            </a:r>
            <a:r>
              <a:rPr sz="1350" spc="-12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A404F"/>
                </a:solidFill>
                <a:latin typeface="Tahoma"/>
                <a:cs typeface="Tahoma"/>
              </a:rPr>
              <a:t>integrations.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534275" y="2632075"/>
            <a:ext cx="3295650" cy="514350"/>
            <a:chOff x="7534275" y="2371724"/>
            <a:chExt cx="3295650" cy="514350"/>
          </a:xfrm>
        </p:grpSpPr>
        <p:sp>
          <p:nvSpPr>
            <p:cNvPr id="12" name="object 12"/>
            <p:cNvSpPr/>
            <p:nvPr/>
          </p:nvSpPr>
          <p:spPr>
            <a:xfrm>
              <a:off x="7534262" y="2371724"/>
              <a:ext cx="3295650" cy="514350"/>
            </a:xfrm>
            <a:custGeom>
              <a:avLst/>
              <a:gdLst/>
              <a:ahLst/>
              <a:cxnLst/>
              <a:rect l="l" t="t" r="r" b="b"/>
              <a:pathLst>
                <a:path w="3295650" h="514350">
                  <a:moveTo>
                    <a:pt x="3295650" y="190042"/>
                  </a:moveTo>
                  <a:lnTo>
                    <a:pt x="3277070" y="171450"/>
                  </a:lnTo>
                  <a:lnTo>
                    <a:pt x="499745" y="171450"/>
                  </a:lnTo>
                  <a:lnTo>
                    <a:pt x="498005" y="166547"/>
                  </a:lnTo>
                  <a:lnTo>
                    <a:pt x="480021" y="128524"/>
                  </a:lnTo>
                  <a:lnTo>
                    <a:pt x="450634" y="87515"/>
                  </a:lnTo>
                  <a:lnTo>
                    <a:pt x="413816" y="53035"/>
                  </a:lnTo>
                  <a:lnTo>
                    <a:pt x="370979" y="26403"/>
                  </a:lnTo>
                  <a:lnTo>
                    <a:pt x="323773" y="8636"/>
                  </a:lnTo>
                  <a:lnTo>
                    <a:pt x="274002" y="419"/>
                  </a:lnTo>
                  <a:lnTo>
                    <a:pt x="265607" y="0"/>
                  </a:lnTo>
                  <a:lnTo>
                    <a:pt x="248754" y="0"/>
                  </a:lnTo>
                  <a:lnTo>
                    <a:pt x="198742" y="6591"/>
                  </a:lnTo>
                  <a:lnTo>
                    <a:pt x="150977" y="22809"/>
                  </a:lnTo>
                  <a:lnTo>
                    <a:pt x="107302" y="48031"/>
                  </a:lnTo>
                  <a:lnTo>
                    <a:pt x="69380" y="81292"/>
                  </a:lnTo>
                  <a:lnTo>
                    <a:pt x="38671" y="121310"/>
                  </a:lnTo>
                  <a:lnTo>
                    <a:pt x="16357" y="166547"/>
                  </a:lnTo>
                  <a:lnTo>
                    <a:pt x="3302" y="215265"/>
                  </a:lnTo>
                  <a:lnTo>
                    <a:pt x="0" y="248754"/>
                  </a:lnTo>
                  <a:lnTo>
                    <a:pt x="0" y="265607"/>
                  </a:lnTo>
                  <a:lnTo>
                    <a:pt x="6591" y="315620"/>
                  </a:lnTo>
                  <a:lnTo>
                    <a:pt x="22809" y="363385"/>
                  </a:lnTo>
                  <a:lnTo>
                    <a:pt x="48031" y="407060"/>
                  </a:lnTo>
                  <a:lnTo>
                    <a:pt x="81292" y="444982"/>
                  </a:lnTo>
                  <a:lnTo>
                    <a:pt x="121310" y="475691"/>
                  </a:lnTo>
                  <a:lnTo>
                    <a:pt x="166547" y="498005"/>
                  </a:lnTo>
                  <a:lnTo>
                    <a:pt x="215265" y="511060"/>
                  </a:lnTo>
                  <a:lnTo>
                    <a:pt x="248754" y="514350"/>
                  </a:lnTo>
                  <a:lnTo>
                    <a:pt x="265607" y="514350"/>
                  </a:lnTo>
                  <a:lnTo>
                    <a:pt x="315620" y="507771"/>
                  </a:lnTo>
                  <a:lnTo>
                    <a:pt x="363385" y="491553"/>
                  </a:lnTo>
                  <a:lnTo>
                    <a:pt x="407060" y="466331"/>
                  </a:lnTo>
                  <a:lnTo>
                    <a:pt x="444982" y="433070"/>
                  </a:lnTo>
                  <a:lnTo>
                    <a:pt x="475691" y="393052"/>
                  </a:lnTo>
                  <a:lnTo>
                    <a:pt x="498005" y="347814"/>
                  </a:lnTo>
                  <a:lnTo>
                    <a:pt x="499757" y="342900"/>
                  </a:lnTo>
                  <a:lnTo>
                    <a:pt x="3277070" y="342900"/>
                  </a:lnTo>
                  <a:lnTo>
                    <a:pt x="3295650" y="324319"/>
                  </a:lnTo>
                  <a:lnTo>
                    <a:pt x="3295650" y="190042"/>
                  </a:lnTo>
                  <a:close/>
                </a:path>
              </a:pathLst>
            </a:custGeom>
            <a:solidFill>
              <a:srgbClr val="F2ED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80472" y="2499382"/>
              <a:ext cx="231478" cy="268488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7725410" y="3272155"/>
            <a:ext cx="2485390" cy="11696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114" dirty="0">
                <a:solidFill>
                  <a:srgbClr val="2A404F"/>
                </a:solidFill>
                <a:latin typeface="Microsoft Sans Serif"/>
                <a:cs typeface="Microsoft Sans Serif"/>
              </a:rPr>
              <a:t>Database</a:t>
            </a:r>
            <a:r>
              <a:rPr sz="1650" spc="30" dirty="0">
                <a:solidFill>
                  <a:srgbClr val="2A404F"/>
                </a:solidFill>
                <a:latin typeface="Microsoft Sans Serif"/>
                <a:cs typeface="Microsoft Sans Serif"/>
              </a:rPr>
              <a:t> </a:t>
            </a:r>
            <a:r>
              <a:rPr sz="1650" spc="55" dirty="0">
                <a:solidFill>
                  <a:srgbClr val="2A404F"/>
                </a:solidFill>
                <a:latin typeface="Microsoft Sans Serif"/>
                <a:cs typeface="Microsoft Sans Serif"/>
              </a:rPr>
              <a:t>Layer</a:t>
            </a:r>
            <a:endParaRPr sz="1650">
              <a:latin typeface="Microsoft Sans Serif"/>
              <a:cs typeface="Microsoft Sans Serif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sz="1350" spc="-30" dirty="0">
                <a:solidFill>
                  <a:srgbClr val="2A404F"/>
                </a:solidFill>
                <a:latin typeface="Tahoma"/>
                <a:cs typeface="Tahoma"/>
              </a:rPr>
              <a:t>Structured</a:t>
            </a:r>
            <a:r>
              <a:rPr sz="1350" spc="-10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40" dirty="0">
                <a:solidFill>
                  <a:srgbClr val="2A404F"/>
                </a:solidFill>
                <a:latin typeface="Tahoma"/>
                <a:cs typeface="Tahoma"/>
              </a:rPr>
              <a:t>data</a:t>
            </a:r>
            <a:r>
              <a:rPr sz="1350" spc="-10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40" dirty="0">
                <a:solidFill>
                  <a:srgbClr val="2A404F"/>
                </a:solidFill>
                <a:latin typeface="Tahoma"/>
                <a:cs typeface="Tahoma"/>
              </a:rPr>
              <a:t>management</a:t>
            </a:r>
            <a:r>
              <a:rPr sz="1350" spc="-10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2A404F"/>
                </a:solidFill>
                <a:latin typeface="Tahoma"/>
                <a:cs typeface="Tahoma"/>
              </a:rPr>
              <a:t>with optimized</a:t>
            </a:r>
            <a:r>
              <a:rPr sz="1350" spc="-12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30" dirty="0">
                <a:solidFill>
                  <a:srgbClr val="2A404F"/>
                </a:solidFill>
                <a:latin typeface="Tahoma"/>
                <a:cs typeface="Tahoma"/>
              </a:rPr>
              <a:t>queries</a:t>
            </a:r>
            <a:r>
              <a:rPr sz="1350" spc="-114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2A404F"/>
                </a:solidFill>
                <a:latin typeface="Tahoma"/>
                <a:cs typeface="Tahoma"/>
              </a:rPr>
              <a:t>and</a:t>
            </a:r>
            <a:r>
              <a:rPr sz="1350" spc="-114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A404F"/>
                </a:solidFill>
                <a:latin typeface="Tahoma"/>
                <a:cs typeface="Tahoma"/>
              </a:rPr>
              <a:t>secure </a:t>
            </a:r>
            <a:r>
              <a:rPr sz="1350" spc="-20" dirty="0">
                <a:solidFill>
                  <a:srgbClr val="2A404F"/>
                </a:solidFill>
                <a:latin typeface="Tahoma"/>
                <a:cs typeface="Tahoma"/>
              </a:rPr>
              <a:t>information</a:t>
            </a:r>
            <a:r>
              <a:rPr sz="1350" spc="-8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A404F"/>
                </a:solidFill>
                <a:latin typeface="Tahoma"/>
                <a:cs typeface="Tahoma"/>
              </a:rPr>
              <a:t>storage.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742805" cy="6438265"/>
          </a:xfrm>
          <a:custGeom>
            <a:avLst/>
            <a:gdLst/>
            <a:ahLst/>
            <a:cxnLst/>
            <a:rect l="l" t="t" r="r" b="b"/>
            <a:pathLst>
              <a:path w="9742805" h="6438265">
                <a:moveTo>
                  <a:pt x="9742473" y="6438150"/>
                </a:moveTo>
                <a:lnTo>
                  <a:pt x="0" y="6438150"/>
                </a:lnTo>
                <a:lnTo>
                  <a:pt x="0" y="0"/>
                </a:lnTo>
                <a:lnTo>
                  <a:pt x="9742473" y="0"/>
                </a:lnTo>
                <a:lnTo>
                  <a:pt x="9742473" y="6438150"/>
                </a:lnTo>
                <a:close/>
              </a:path>
            </a:pathLst>
          </a:custGeom>
          <a:solidFill>
            <a:srgbClr val="FFFBF5"/>
          </a:solidFill>
        </p:spPr>
        <p:txBody>
          <a:bodyPr wrap="square" lIns="0" tIns="0" rIns="0" bIns="0" rtlCol="0"/>
          <a:lstStyle/>
          <a:p>
            <a:endParaRPr>
              <a:latin typeface="Microsoft Sans Serif" pitchFamily="34" charset="0"/>
              <a:ea typeface="Microsoft Sans Serif" pitchFamily="34" charset="0"/>
              <a:cs typeface="Microsoft Sans Serif" pitchFamily="3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8779" y="385117"/>
            <a:ext cx="2343150" cy="4641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50" spc="145" dirty="0">
                <a:solidFill>
                  <a:srgbClr val="124E73"/>
                </a:solidFill>
              </a:rPr>
              <a:t>Key</a:t>
            </a:r>
            <a:r>
              <a:rPr sz="2850" spc="10" dirty="0">
                <a:solidFill>
                  <a:srgbClr val="124E73"/>
                </a:solidFill>
              </a:rPr>
              <a:t> </a:t>
            </a:r>
            <a:r>
              <a:rPr sz="2850" spc="90" dirty="0">
                <a:solidFill>
                  <a:srgbClr val="124E73"/>
                </a:solidFill>
              </a:rPr>
              <a:t>Features</a:t>
            </a:r>
            <a:endParaRPr sz="2850"/>
          </a:p>
        </p:txBody>
      </p:sp>
      <p:grpSp>
        <p:nvGrpSpPr>
          <p:cNvPr id="4" name="object 4"/>
          <p:cNvGrpSpPr/>
          <p:nvPr/>
        </p:nvGrpSpPr>
        <p:grpSpPr>
          <a:xfrm>
            <a:off x="511479" y="1152859"/>
            <a:ext cx="4286885" cy="1526540"/>
            <a:chOff x="511479" y="1152859"/>
            <a:chExt cx="4286885" cy="1526540"/>
          </a:xfrm>
        </p:grpSpPr>
        <p:sp>
          <p:nvSpPr>
            <p:cNvPr id="5" name="object 5"/>
            <p:cNvSpPr/>
            <p:nvPr/>
          </p:nvSpPr>
          <p:spPr>
            <a:xfrm>
              <a:off x="519598" y="1372064"/>
              <a:ext cx="4271010" cy="1299210"/>
            </a:xfrm>
            <a:custGeom>
              <a:avLst/>
              <a:gdLst/>
              <a:ahLst/>
              <a:cxnLst/>
              <a:rect l="l" t="t" r="r" b="b"/>
              <a:pathLst>
                <a:path w="4271010" h="1299210">
                  <a:moveTo>
                    <a:pt x="4263104" y="1298996"/>
                  </a:moveTo>
                  <a:lnTo>
                    <a:pt x="7346" y="1298996"/>
                  </a:lnTo>
                  <a:lnTo>
                    <a:pt x="4954" y="1298005"/>
                  </a:lnTo>
                  <a:lnTo>
                    <a:pt x="990" y="1294042"/>
                  </a:lnTo>
                  <a:lnTo>
                    <a:pt x="0" y="1291650"/>
                  </a:lnTo>
                  <a:lnTo>
                    <a:pt x="0" y="1288848"/>
                  </a:lnTo>
                  <a:lnTo>
                    <a:pt x="0" y="60685"/>
                  </a:lnTo>
                  <a:lnTo>
                    <a:pt x="14006" y="22038"/>
                  </a:lnTo>
                  <a:lnTo>
                    <a:pt x="49403" y="416"/>
                  </a:lnTo>
                  <a:lnTo>
                    <a:pt x="53099" y="0"/>
                  </a:lnTo>
                  <a:lnTo>
                    <a:pt x="4217350" y="0"/>
                  </a:lnTo>
                  <a:lnTo>
                    <a:pt x="4256443" y="22038"/>
                  </a:lnTo>
                  <a:lnTo>
                    <a:pt x="4270450" y="60685"/>
                  </a:lnTo>
                  <a:lnTo>
                    <a:pt x="4270450" y="1291650"/>
                  </a:lnTo>
                  <a:lnTo>
                    <a:pt x="4269459" y="1294042"/>
                  </a:lnTo>
                  <a:lnTo>
                    <a:pt x="4265496" y="1298005"/>
                  </a:lnTo>
                  <a:lnTo>
                    <a:pt x="4263104" y="1298996"/>
                  </a:lnTo>
                  <a:close/>
                </a:path>
              </a:pathLst>
            </a:custGeom>
            <a:solidFill>
              <a:srgbClr val="FFFB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11479" y="1372069"/>
              <a:ext cx="4286885" cy="1307465"/>
            </a:xfrm>
            <a:custGeom>
              <a:avLst/>
              <a:gdLst/>
              <a:ahLst/>
              <a:cxnLst/>
              <a:rect l="l" t="t" r="r" b="b"/>
              <a:pathLst>
                <a:path w="4286885" h="1307464">
                  <a:moveTo>
                    <a:pt x="4286682" y="56337"/>
                  </a:moveTo>
                  <a:lnTo>
                    <a:pt x="4261574" y="12928"/>
                  </a:lnTo>
                  <a:lnTo>
                    <a:pt x="4230344" y="0"/>
                  </a:lnTo>
                  <a:lnTo>
                    <a:pt x="4228185" y="0"/>
                  </a:lnTo>
                  <a:lnTo>
                    <a:pt x="4234408" y="1651"/>
                  </a:lnTo>
                  <a:lnTo>
                    <a:pt x="4246346" y="8242"/>
                  </a:lnTo>
                  <a:lnTo>
                    <a:pt x="4269206" y="48056"/>
                  </a:lnTo>
                  <a:lnTo>
                    <a:pt x="4270438" y="56337"/>
                  </a:lnTo>
                  <a:lnTo>
                    <a:pt x="4270438" y="1290205"/>
                  </a:lnTo>
                  <a:lnTo>
                    <a:pt x="4270108" y="1290535"/>
                  </a:lnTo>
                  <a:lnTo>
                    <a:pt x="4269765" y="1290878"/>
                  </a:lnTo>
                  <a:lnTo>
                    <a:pt x="4269638" y="1290878"/>
                  </a:lnTo>
                  <a:lnTo>
                    <a:pt x="16903" y="1290878"/>
                  </a:lnTo>
                  <a:lnTo>
                    <a:pt x="16687" y="1290675"/>
                  </a:lnTo>
                  <a:lnTo>
                    <a:pt x="16573" y="1290535"/>
                  </a:lnTo>
                  <a:lnTo>
                    <a:pt x="16230" y="1290205"/>
                  </a:lnTo>
                  <a:lnTo>
                    <a:pt x="16230" y="56337"/>
                  </a:lnTo>
                  <a:lnTo>
                    <a:pt x="17462" y="48056"/>
                  </a:lnTo>
                  <a:lnTo>
                    <a:pt x="35064" y="12928"/>
                  </a:lnTo>
                  <a:lnTo>
                    <a:pt x="58483" y="0"/>
                  </a:lnTo>
                  <a:lnTo>
                    <a:pt x="56324" y="0"/>
                  </a:lnTo>
                  <a:lnTo>
                    <a:pt x="12928" y="25120"/>
                  </a:lnTo>
                  <a:lnTo>
                    <a:pt x="0" y="56337"/>
                  </a:lnTo>
                  <a:lnTo>
                    <a:pt x="0" y="1293888"/>
                  </a:lnTo>
                  <a:lnTo>
                    <a:pt x="1778" y="1298194"/>
                  </a:lnTo>
                  <a:lnTo>
                    <a:pt x="5346" y="1301762"/>
                  </a:lnTo>
                  <a:lnTo>
                    <a:pt x="5753" y="1302169"/>
                  </a:lnTo>
                  <a:lnTo>
                    <a:pt x="8915" y="1305331"/>
                  </a:lnTo>
                  <a:lnTo>
                    <a:pt x="13220" y="1307122"/>
                  </a:lnTo>
                  <a:lnTo>
                    <a:pt x="4273461" y="1307122"/>
                  </a:lnTo>
                  <a:lnTo>
                    <a:pt x="4277766" y="1305331"/>
                  </a:lnTo>
                  <a:lnTo>
                    <a:pt x="4280928" y="1302169"/>
                  </a:lnTo>
                  <a:lnTo>
                    <a:pt x="4281335" y="1301762"/>
                  </a:lnTo>
                  <a:lnTo>
                    <a:pt x="4284904" y="1298194"/>
                  </a:lnTo>
                  <a:lnTo>
                    <a:pt x="4286682" y="1293888"/>
                  </a:lnTo>
                  <a:lnTo>
                    <a:pt x="4286682" y="56337"/>
                  </a:lnTo>
                  <a:close/>
                </a:path>
              </a:pathLst>
            </a:custGeom>
            <a:solidFill>
              <a:srgbClr val="D9D4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1479" y="1152867"/>
              <a:ext cx="4286885" cy="438784"/>
            </a:xfrm>
            <a:custGeom>
              <a:avLst/>
              <a:gdLst/>
              <a:ahLst/>
              <a:cxnLst/>
              <a:rect l="l" t="t" r="r" b="b"/>
              <a:pathLst>
                <a:path w="4286885" h="438784">
                  <a:moveTo>
                    <a:pt x="4286682" y="218808"/>
                  </a:moveTo>
                  <a:lnTo>
                    <a:pt x="4270832" y="202971"/>
                  </a:lnTo>
                  <a:lnTo>
                    <a:pt x="2361996" y="202971"/>
                  </a:lnTo>
                  <a:lnTo>
                    <a:pt x="2360790" y="190576"/>
                  </a:lnTo>
                  <a:lnTo>
                    <a:pt x="2351024" y="148704"/>
                  </a:lnTo>
                  <a:lnTo>
                    <a:pt x="2333269" y="109537"/>
                  </a:lnTo>
                  <a:lnTo>
                    <a:pt x="2308237" y="74587"/>
                  </a:lnTo>
                  <a:lnTo>
                    <a:pt x="2276856" y="45199"/>
                  </a:lnTo>
                  <a:lnTo>
                    <a:pt x="2240343" y="22491"/>
                  </a:lnTo>
                  <a:lnTo>
                    <a:pt x="2200097" y="7353"/>
                  </a:lnTo>
                  <a:lnTo>
                    <a:pt x="2157679" y="355"/>
                  </a:lnTo>
                  <a:lnTo>
                    <a:pt x="2150516" y="0"/>
                  </a:lnTo>
                  <a:lnTo>
                    <a:pt x="2136152" y="0"/>
                  </a:lnTo>
                  <a:lnTo>
                    <a:pt x="2093531" y="5613"/>
                  </a:lnTo>
                  <a:lnTo>
                    <a:pt x="2052815" y="19431"/>
                  </a:lnTo>
                  <a:lnTo>
                    <a:pt x="2015578" y="40932"/>
                  </a:lnTo>
                  <a:lnTo>
                    <a:pt x="1983257" y="69278"/>
                  </a:lnTo>
                  <a:lnTo>
                    <a:pt x="1957082" y="103390"/>
                  </a:lnTo>
                  <a:lnTo>
                    <a:pt x="1938070" y="141947"/>
                  </a:lnTo>
                  <a:lnTo>
                    <a:pt x="1926945" y="183476"/>
                  </a:lnTo>
                  <a:lnTo>
                    <a:pt x="1924659" y="202971"/>
                  </a:lnTo>
                  <a:lnTo>
                    <a:pt x="15836" y="202971"/>
                  </a:lnTo>
                  <a:lnTo>
                    <a:pt x="0" y="218808"/>
                  </a:lnTo>
                  <a:lnTo>
                    <a:pt x="0" y="267919"/>
                  </a:lnTo>
                  <a:lnTo>
                    <a:pt x="1929511" y="267919"/>
                  </a:lnTo>
                  <a:lnTo>
                    <a:pt x="1929739" y="269011"/>
                  </a:lnTo>
                  <a:lnTo>
                    <a:pt x="1943569" y="309727"/>
                  </a:lnTo>
                  <a:lnTo>
                    <a:pt x="1965058" y="346951"/>
                  </a:lnTo>
                  <a:lnTo>
                    <a:pt x="1993417" y="379285"/>
                  </a:lnTo>
                  <a:lnTo>
                    <a:pt x="2027516" y="405460"/>
                  </a:lnTo>
                  <a:lnTo>
                    <a:pt x="2066086" y="424472"/>
                  </a:lnTo>
                  <a:lnTo>
                    <a:pt x="2107615" y="435597"/>
                  </a:lnTo>
                  <a:lnTo>
                    <a:pt x="2136152" y="438404"/>
                  </a:lnTo>
                  <a:lnTo>
                    <a:pt x="2150516" y="438404"/>
                  </a:lnTo>
                  <a:lnTo>
                    <a:pt x="2193137" y="432790"/>
                  </a:lnTo>
                  <a:lnTo>
                    <a:pt x="2233853" y="418973"/>
                  </a:lnTo>
                  <a:lnTo>
                    <a:pt x="2271090" y="397471"/>
                  </a:lnTo>
                  <a:lnTo>
                    <a:pt x="2303411" y="369125"/>
                  </a:lnTo>
                  <a:lnTo>
                    <a:pt x="2329586" y="335013"/>
                  </a:lnTo>
                  <a:lnTo>
                    <a:pt x="2348598" y="296456"/>
                  </a:lnTo>
                  <a:lnTo>
                    <a:pt x="2357145" y="267919"/>
                  </a:lnTo>
                  <a:lnTo>
                    <a:pt x="4286682" y="267919"/>
                  </a:lnTo>
                  <a:lnTo>
                    <a:pt x="4286682" y="218808"/>
                  </a:lnTo>
                  <a:close/>
                </a:path>
              </a:pathLst>
            </a:custGeom>
            <a:solidFill>
              <a:srgbClr val="325E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600895" y="1240831"/>
            <a:ext cx="107950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endParaRPr sz="135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1154" y="1720648"/>
            <a:ext cx="3268345" cy="72930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114" dirty="0">
                <a:solidFill>
                  <a:schemeClr val="accent1">
                    <a:lumMod val="50000"/>
                  </a:schemeClr>
                </a:solidFill>
                <a:latin typeface="Microsoft Sans Serif"/>
                <a:cs typeface="Microsoft Sans Serif"/>
              </a:rPr>
              <a:t>Smart</a:t>
            </a:r>
            <a:r>
              <a:rPr sz="1400" spc="-10" dirty="0">
                <a:solidFill>
                  <a:schemeClr val="accent1">
                    <a:lumMod val="50000"/>
                  </a:schemeClr>
                </a:solidFill>
                <a:latin typeface="Microsoft Sans Serif"/>
                <a:cs typeface="Microsoft Sans Serif"/>
              </a:rPr>
              <a:t> </a:t>
            </a:r>
            <a:r>
              <a:rPr sz="1400" spc="90" dirty="0">
                <a:solidFill>
                  <a:schemeClr val="accent1">
                    <a:lumMod val="50000"/>
                  </a:schemeClr>
                </a:solidFill>
                <a:latin typeface="Microsoft Sans Serif"/>
                <a:cs typeface="Microsoft Sans Serif"/>
              </a:rPr>
              <a:t>Attendance</a:t>
            </a:r>
            <a:r>
              <a:rPr sz="1400" spc="35" dirty="0">
                <a:solidFill>
                  <a:schemeClr val="accent1">
                    <a:lumMod val="50000"/>
                  </a:schemeClr>
                </a:solidFill>
                <a:latin typeface="Microsoft Sans Serif"/>
                <a:cs typeface="Microsoft Sans Serif"/>
              </a:rPr>
              <a:t> </a:t>
            </a:r>
            <a:r>
              <a:rPr sz="1400" spc="95" dirty="0">
                <a:solidFill>
                  <a:schemeClr val="accent1">
                    <a:lumMod val="50000"/>
                  </a:schemeClr>
                </a:solidFill>
                <a:latin typeface="Microsoft Sans Serif"/>
                <a:cs typeface="Microsoft Sans Serif"/>
              </a:rPr>
              <a:t>System</a:t>
            </a:r>
            <a:endParaRPr sz="1400">
              <a:solidFill>
                <a:schemeClr val="accent1">
                  <a:lumMod val="50000"/>
                </a:schemeClr>
              </a:solidFill>
              <a:latin typeface="Microsoft Sans Serif"/>
              <a:cs typeface="Microsoft Sans Serif"/>
            </a:endParaRPr>
          </a:p>
          <a:p>
            <a:pPr marL="12700" marR="5080">
              <a:lnSpc>
                <a:spcPct val="134300"/>
              </a:lnSpc>
              <a:spcBef>
                <a:spcPts val="400"/>
              </a:spcBef>
            </a:pPr>
            <a:r>
              <a:rPr sz="1150" spc="-10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Biometric</a:t>
            </a:r>
            <a:r>
              <a:rPr sz="1150" spc="-95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 </a:t>
            </a:r>
            <a:r>
              <a:rPr sz="1150" spc="-20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or</a:t>
            </a:r>
            <a:r>
              <a:rPr sz="1150" spc="-90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 </a:t>
            </a:r>
            <a:r>
              <a:rPr sz="1150" spc="-70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QR</a:t>
            </a:r>
            <a:r>
              <a:rPr sz="1150" spc="-90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 </a:t>
            </a:r>
            <a:r>
              <a:rPr sz="1150" spc="-30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code-based</a:t>
            </a:r>
            <a:r>
              <a:rPr sz="1150" spc="-90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 </a:t>
            </a:r>
            <a:r>
              <a:rPr sz="1150" spc="-25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marking</a:t>
            </a:r>
            <a:r>
              <a:rPr sz="1150" spc="-90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with</a:t>
            </a:r>
            <a:r>
              <a:rPr sz="1150" spc="-90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automated notifications</a:t>
            </a:r>
            <a:r>
              <a:rPr sz="1150" spc="-110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 </a:t>
            </a:r>
            <a:r>
              <a:rPr sz="1150" spc="-20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and</a:t>
            </a:r>
            <a:r>
              <a:rPr sz="1150" spc="-110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 </a:t>
            </a:r>
            <a:r>
              <a:rPr sz="1150" spc="-30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absence</a:t>
            </a:r>
            <a:r>
              <a:rPr sz="1150" spc="-105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tracking.</a:t>
            </a:r>
            <a:endParaRPr sz="1150">
              <a:solidFill>
                <a:schemeClr val="accent1">
                  <a:lumMod val="50000"/>
                </a:schemeClr>
              </a:solidFill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944304" y="1152859"/>
            <a:ext cx="4286885" cy="1526540"/>
            <a:chOff x="4944304" y="1152859"/>
            <a:chExt cx="4286885" cy="1526540"/>
          </a:xfrm>
        </p:grpSpPr>
        <p:sp>
          <p:nvSpPr>
            <p:cNvPr id="11" name="object 11"/>
            <p:cNvSpPr/>
            <p:nvPr/>
          </p:nvSpPr>
          <p:spPr>
            <a:xfrm>
              <a:off x="4952424" y="1372064"/>
              <a:ext cx="4271010" cy="1299210"/>
            </a:xfrm>
            <a:custGeom>
              <a:avLst/>
              <a:gdLst/>
              <a:ahLst/>
              <a:cxnLst/>
              <a:rect l="l" t="t" r="r" b="b"/>
              <a:pathLst>
                <a:path w="4271009" h="1299210">
                  <a:moveTo>
                    <a:pt x="4263103" y="1298996"/>
                  </a:moveTo>
                  <a:lnTo>
                    <a:pt x="7346" y="1298996"/>
                  </a:lnTo>
                  <a:lnTo>
                    <a:pt x="4954" y="1298005"/>
                  </a:lnTo>
                  <a:lnTo>
                    <a:pt x="991" y="1294042"/>
                  </a:lnTo>
                  <a:lnTo>
                    <a:pt x="0" y="1291650"/>
                  </a:lnTo>
                  <a:lnTo>
                    <a:pt x="0" y="1288848"/>
                  </a:lnTo>
                  <a:lnTo>
                    <a:pt x="0" y="60685"/>
                  </a:lnTo>
                  <a:lnTo>
                    <a:pt x="14006" y="22038"/>
                  </a:lnTo>
                  <a:lnTo>
                    <a:pt x="49403" y="416"/>
                  </a:lnTo>
                  <a:lnTo>
                    <a:pt x="53099" y="0"/>
                  </a:lnTo>
                  <a:lnTo>
                    <a:pt x="4217350" y="0"/>
                  </a:lnTo>
                  <a:lnTo>
                    <a:pt x="4256444" y="22038"/>
                  </a:lnTo>
                  <a:lnTo>
                    <a:pt x="4270449" y="60685"/>
                  </a:lnTo>
                  <a:lnTo>
                    <a:pt x="4270449" y="1291650"/>
                  </a:lnTo>
                  <a:lnTo>
                    <a:pt x="4269458" y="1294042"/>
                  </a:lnTo>
                  <a:lnTo>
                    <a:pt x="4265496" y="1298005"/>
                  </a:lnTo>
                  <a:lnTo>
                    <a:pt x="4263103" y="1298996"/>
                  </a:lnTo>
                  <a:close/>
                </a:path>
              </a:pathLst>
            </a:custGeom>
            <a:solidFill>
              <a:srgbClr val="FFFB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44300" y="1372069"/>
              <a:ext cx="4286885" cy="1307465"/>
            </a:xfrm>
            <a:custGeom>
              <a:avLst/>
              <a:gdLst/>
              <a:ahLst/>
              <a:cxnLst/>
              <a:rect l="l" t="t" r="r" b="b"/>
              <a:pathLst>
                <a:path w="4286884" h="1307464">
                  <a:moveTo>
                    <a:pt x="4286682" y="56337"/>
                  </a:moveTo>
                  <a:lnTo>
                    <a:pt x="4261574" y="12928"/>
                  </a:lnTo>
                  <a:lnTo>
                    <a:pt x="4230344" y="0"/>
                  </a:lnTo>
                  <a:lnTo>
                    <a:pt x="4228198" y="0"/>
                  </a:lnTo>
                  <a:lnTo>
                    <a:pt x="4234408" y="1651"/>
                  </a:lnTo>
                  <a:lnTo>
                    <a:pt x="4246346" y="8242"/>
                  </a:lnTo>
                  <a:lnTo>
                    <a:pt x="4269206" y="48056"/>
                  </a:lnTo>
                  <a:lnTo>
                    <a:pt x="4270451" y="56337"/>
                  </a:lnTo>
                  <a:lnTo>
                    <a:pt x="4270451" y="1290205"/>
                  </a:lnTo>
                  <a:lnTo>
                    <a:pt x="4270108" y="1290548"/>
                  </a:lnTo>
                  <a:lnTo>
                    <a:pt x="4269778" y="1290878"/>
                  </a:lnTo>
                  <a:lnTo>
                    <a:pt x="4269638" y="1290878"/>
                  </a:lnTo>
                  <a:lnTo>
                    <a:pt x="16916" y="1290878"/>
                  </a:lnTo>
                  <a:lnTo>
                    <a:pt x="16573" y="1290535"/>
                  </a:lnTo>
                  <a:lnTo>
                    <a:pt x="16230" y="1290205"/>
                  </a:lnTo>
                  <a:lnTo>
                    <a:pt x="16230" y="56337"/>
                  </a:lnTo>
                  <a:lnTo>
                    <a:pt x="35064" y="12928"/>
                  </a:lnTo>
                  <a:lnTo>
                    <a:pt x="58483" y="0"/>
                  </a:lnTo>
                  <a:lnTo>
                    <a:pt x="56337" y="0"/>
                  </a:lnTo>
                  <a:lnTo>
                    <a:pt x="12928" y="25120"/>
                  </a:lnTo>
                  <a:lnTo>
                    <a:pt x="0" y="56337"/>
                  </a:lnTo>
                  <a:lnTo>
                    <a:pt x="0" y="1293888"/>
                  </a:lnTo>
                  <a:lnTo>
                    <a:pt x="1778" y="1298194"/>
                  </a:lnTo>
                  <a:lnTo>
                    <a:pt x="5346" y="1301762"/>
                  </a:lnTo>
                  <a:lnTo>
                    <a:pt x="5753" y="1302169"/>
                  </a:lnTo>
                  <a:lnTo>
                    <a:pt x="8915" y="1305331"/>
                  </a:lnTo>
                  <a:lnTo>
                    <a:pt x="13220" y="1307122"/>
                  </a:lnTo>
                  <a:lnTo>
                    <a:pt x="4273461" y="1307122"/>
                  </a:lnTo>
                  <a:lnTo>
                    <a:pt x="4277766" y="1305331"/>
                  </a:lnTo>
                  <a:lnTo>
                    <a:pt x="4280928" y="1302169"/>
                  </a:lnTo>
                  <a:lnTo>
                    <a:pt x="4281335" y="1301762"/>
                  </a:lnTo>
                  <a:lnTo>
                    <a:pt x="4284904" y="1298194"/>
                  </a:lnTo>
                  <a:lnTo>
                    <a:pt x="4286682" y="1293888"/>
                  </a:lnTo>
                  <a:lnTo>
                    <a:pt x="4286682" y="56337"/>
                  </a:lnTo>
                  <a:close/>
                </a:path>
              </a:pathLst>
            </a:custGeom>
            <a:solidFill>
              <a:srgbClr val="D9D4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44300" y="1152867"/>
              <a:ext cx="4286885" cy="438784"/>
            </a:xfrm>
            <a:custGeom>
              <a:avLst/>
              <a:gdLst/>
              <a:ahLst/>
              <a:cxnLst/>
              <a:rect l="l" t="t" r="r" b="b"/>
              <a:pathLst>
                <a:path w="4286884" h="438784">
                  <a:moveTo>
                    <a:pt x="4286682" y="218808"/>
                  </a:moveTo>
                  <a:lnTo>
                    <a:pt x="4270845" y="202971"/>
                  </a:lnTo>
                  <a:lnTo>
                    <a:pt x="2362009" y="202971"/>
                  </a:lnTo>
                  <a:lnTo>
                    <a:pt x="2360790" y="190576"/>
                  </a:lnTo>
                  <a:lnTo>
                    <a:pt x="2351024" y="148704"/>
                  </a:lnTo>
                  <a:lnTo>
                    <a:pt x="2333282" y="109537"/>
                  </a:lnTo>
                  <a:lnTo>
                    <a:pt x="2308237" y="74587"/>
                  </a:lnTo>
                  <a:lnTo>
                    <a:pt x="2276856" y="45199"/>
                  </a:lnTo>
                  <a:lnTo>
                    <a:pt x="2240343" y="22491"/>
                  </a:lnTo>
                  <a:lnTo>
                    <a:pt x="2200110" y="7353"/>
                  </a:lnTo>
                  <a:lnTo>
                    <a:pt x="2157679" y="355"/>
                  </a:lnTo>
                  <a:lnTo>
                    <a:pt x="2150516" y="0"/>
                  </a:lnTo>
                  <a:lnTo>
                    <a:pt x="2136165" y="0"/>
                  </a:lnTo>
                  <a:lnTo>
                    <a:pt x="2093531" y="5613"/>
                  </a:lnTo>
                  <a:lnTo>
                    <a:pt x="2052828" y="19431"/>
                  </a:lnTo>
                  <a:lnTo>
                    <a:pt x="2015591" y="40932"/>
                  </a:lnTo>
                  <a:lnTo>
                    <a:pt x="1983270" y="69278"/>
                  </a:lnTo>
                  <a:lnTo>
                    <a:pt x="1957095" y="103390"/>
                  </a:lnTo>
                  <a:lnTo>
                    <a:pt x="1938070" y="141947"/>
                  </a:lnTo>
                  <a:lnTo>
                    <a:pt x="1926945" y="183476"/>
                  </a:lnTo>
                  <a:lnTo>
                    <a:pt x="1924672" y="202971"/>
                  </a:lnTo>
                  <a:lnTo>
                    <a:pt x="15836" y="202971"/>
                  </a:lnTo>
                  <a:lnTo>
                    <a:pt x="0" y="218808"/>
                  </a:lnTo>
                  <a:lnTo>
                    <a:pt x="0" y="267919"/>
                  </a:lnTo>
                  <a:lnTo>
                    <a:pt x="1929523" y="267919"/>
                  </a:lnTo>
                  <a:lnTo>
                    <a:pt x="1929752" y="269011"/>
                  </a:lnTo>
                  <a:lnTo>
                    <a:pt x="1943569" y="309727"/>
                  </a:lnTo>
                  <a:lnTo>
                    <a:pt x="1965071" y="346951"/>
                  </a:lnTo>
                  <a:lnTo>
                    <a:pt x="1993417" y="379285"/>
                  </a:lnTo>
                  <a:lnTo>
                    <a:pt x="2027529" y="405460"/>
                  </a:lnTo>
                  <a:lnTo>
                    <a:pt x="2066086" y="424472"/>
                  </a:lnTo>
                  <a:lnTo>
                    <a:pt x="2107615" y="435597"/>
                  </a:lnTo>
                  <a:lnTo>
                    <a:pt x="2136165" y="438404"/>
                  </a:lnTo>
                  <a:lnTo>
                    <a:pt x="2150516" y="438404"/>
                  </a:lnTo>
                  <a:lnTo>
                    <a:pt x="2193150" y="432790"/>
                  </a:lnTo>
                  <a:lnTo>
                    <a:pt x="2233866" y="418973"/>
                  </a:lnTo>
                  <a:lnTo>
                    <a:pt x="2271090" y="397471"/>
                  </a:lnTo>
                  <a:lnTo>
                    <a:pt x="2303424" y="369125"/>
                  </a:lnTo>
                  <a:lnTo>
                    <a:pt x="2329599" y="335013"/>
                  </a:lnTo>
                  <a:lnTo>
                    <a:pt x="2348611" y="296456"/>
                  </a:lnTo>
                  <a:lnTo>
                    <a:pt x="2357145" y="267919"/>
                  </a:lnTo>
                  <a:lnTo>
                    <a:pt x="4286682" y="267919"/>
                  </a:lnTo>
                  <a:lnTo>
                    <a:pt x="4286682" y="218808"/>
                  </a:lnTo>
                  <a:close/>
                </a:path>
              </a:pathLst>
            </a:custGeom>
            <a:solidFill>
              <a:srgbClr val="325E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026109" y="1240831"/>
            <a:ext cx="123189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2</a:t>
            </a:r>
            <a:endParaRPr sz="135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93979" y="1720648"/>
            <a:ext cx="3743960" cy="7582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105" dirty="0">
                <a:solidFill>
                  <a:schemeClr val="accent1">
                    <a:lumMod val="50000"/>
                  </a:schemeClr>
                </a:solidFill>
                <a:latin typeface="Microsoft Sans Serif"/>
                <a:cs typeface="Microsoft Sans Serif"/>
              </a:rPr>
              <a:t>Assignment</a:t>
            </a:r>
            <a:r>
              <a:rPr sz="1400" spc="45" dirty="0">
                <a:solidFill>
                  <a:schemeClr val="accent1">
                    <a:lumMod val="50000"/>
                  </a:schemeClr>
                </a:solidFill>
                <a:latin typeface="Microsoft Sans Serif"/>
                <a:cs typeface="Microsoft Sans Serif"/>
              </a:rPr>
              <a:t> </a:t>
            </a:r>
            <a:r>
              <a:rPr sz="1400" spc="65" dirty="0">
                <a:solidFill>
                  <a:schemeClr val="accent1">
                    <a:lumMod val="50000"/>
                  </a:schemeClr>
                </a:solidFill>
                <a:latin typeface="Microsoft Sans Serif"/>
                <a:cs typeface="Microsoft Sans Serif"/>
              </a:rPr>
              <a:t>Hub</a:t>
            </a:r>
            <a:endParaRPr sz="1400">
              <a:solidFill>
                <a:schemeClr val="accent1">
                  <a:lumMod val="50000"/>
                </a:schemeClr>
              </a:solidFill>
              <a:latin typeface="Microsoft Sans Serif"/>
              <a:cs typeface="Microsoft Sans Serif"/>
            </a:endParaRPr>
          </a:p>
          <a:p>
            <a:pPr marL="12700" marR="5080">
              <a:lnSpc>
                <a:spcPct val="134300"/>
              </a:lnSpc>
              <a:spcBef>
                <a:spcPts val="400"/>
              </a:spcBef>
            </a:pPr>
            <a:r>
              <a:rPr sz="1150" spc="-25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Centralized</a:t>
            </a:r>
            <a:r>
              <a:rPr sz="1150" spc="-70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 </a:t>
            </a:r>
            <a:r>
              <a:rPr sz="1150" spc="-20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platform</a:t>
            </a:r>
            <a:r>
              <a:rPr sz="1150" spc="-70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 </a:t>
            </a:r>
            <a:r>
              <a:rPr sz="1150" spc="-30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for</a:t>
            </a:r>
            <a:r>
              <a:rPr sz="1150" spc="-65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 </a:t>
            </a:r>
            <a:r>
              <a:rPr sz="1150" spc="-20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distributing,</a:t>
            </a:r>
            <a:r>
              <a:rPr sz="1150" spc="-70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 </a:t>
            </a:r>
            <a:r>
              <a:rPr sz="1150" spc="-25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submitting,</a:t>
            </a:r>
            <a:r>
              <a:rPr sz="1150" spc="-65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 </a:t>
            </a:r>
            <a:r>
              <a:rPr sz="1150" spc="-20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and</a:t>
            </a:r>
            <a:r>
              <a:rPr sz="1150" spc="-70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grading </a:t>
            </a:r>
            <a:r>
              <a:rPr sz="1150" spc="-30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assignments</a:t>
            </a:r>
            <a:r>
              <a:rPr sz="1150" spc="-95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with</a:t>
            </a:r>
            <a:r>
              <a:rPr sz="1150" spc="-90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deadline</a:t>
            </a:r>
            <a:r>
              <a:rPr sz="1150" spc="-90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 </a:t>
            </a:r>
            <a:r>
              <a:rPr sz="1150" spc="-1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management</a:t>
            </a:r>
            <a:r>
              <a:rPr sz="1150" spc="-10" smtClean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.</a:t>
            </a:r>
            <a:endParaRPr lang="en-US" sz="1150" spc="-10" dirty="0" smtClean="0">
              <a:solidFill>
                <a:schemeClr val="accent1">
                  <a:lumMod val="50000"/>
                </a:schemeClr>
              </a:solidFill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11479" y="2825317"/>
            <a:ext cx="4286885" cy="1534795"/>
            <a:chOff x="511479" y="2825317"/>
            <a:chExt cx="4286885" cy="1534795"/>
          </a:xfrm>
        </p:grpSpPr>
        <p:sp>
          <p:nvSpPr>
            <p:cNvPr id="17" name="object 17"/>
            <p:cNvSpPr/>
            <p:nvPr/>
          </p:nvSpPr>
          <p:spPr>
            <a:xfrm>
              <a:off x="519598" y="3044522"/>
              <a:ext cx="4271010" cy="1307465"/>
            </a:xfrm>
            <a:custGeom>
              <a:avLst/>
              <a:gdLst/>
              <a:ahLst/>
              <a:cxnLst/>
              <a:rect l="l" t="t" r="r" b="b"/>
              <a:pathLst>
                <a:path w="4271010" h="1307464">
                  <a:moveTo>
                    <a:pt x="4263104" y="1307114"/>
                  </a:moveTo>
                  <a:lnTo>
                    <a:pt x="7346" y="1307114"/>
                  </a:lnTo>
                  <a:lnTo>
                    <a:pt x="4954" y="1306124"/>
                  </a:lnTo>
                  <a:lnTo>
                    <a:pt x="990" y="1302160"/>
                  </a:lnTo>
                  <a:lnTo>
                    <a:pt x="0" y="1299768"/>
                  </a:lnTo>
                  <a:lnTo>
                    <a:pt x="0" y="1296966"/>
                  </a:lnTo>
                  <a:lnTo>
                    <a:pt x="0" y="60685"/>
                  </a:lnTo>
                  <a:lnTo>
                    <a:pt x="14006" y="22038"/>
                  </a:lnTo>
                  <a:lnTo>
                    <a:pt x="49403" y="416"/>
                  </a:lnTo>
                  <a:lnTo>
                    <a:pt x="53099" y="0"/>
                  </a:lnTo>
                  <a:lnTo>
                    <a:pt x="4217350" y="0"/>
                  </a:lnTo>
                  <a:lnTo>
                    <a:pt x="4256443" y="22038"/>
                  </a:lnTo>
                  <a:lnTo>
                    <a:pt x="4270450" y="60685"/>
                  </a:lnTo>
                  <a:lnTo>
                    <a:pt x="4270450" y="1299768"/>
                  </a:lnTo>
                  <a:lnTo>
                    <a:pt x="4269459" y="1302160"/>
                  </a:lnTo>
                  <a:lnTo>
                    <a:pt x="4265496" y="1306124"/>
                  </a:lnTo>
                  <a:lnTo>
                    <a:pt x="4263104" y="1307114"/>
                  </a:lnTo>
                  <a:close/>
                </a:path>
              </a:pathLst>
            </a:custGeom>
            <a:solidFill>
              <a:srgbClr val="FFFB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11479" y="3044532"/>
              <a:ext cx="4286885" cy="1315720"/>
            </a:xfrm>
            <a:custGeom>
              <a:avLst/>
              <a:gdLst/>
              <a:ahLst/>
              <a:cxnLst/>
              <a:rect l="l" t="t" r="r" b="b"/>
              <a:pathLst>
                <a:path w="4286885" h="1315720">
                  <a:moveTo>
                    <a:pt x="4286682" y="56337"/>
                  </a:moveTo>
                  <a:lnTo>
                    <a:pt x="4261574" y="12928"/>
                  </a:lnTo>
                  <a:lnTo>
                    <a:pt x="4230344" y="0"/>
                  </a:lnTo>
                  <a:lnTo>
                    <a:pt x="4228185" y="0"/>
                  </a:lnTo>
                  <a:lnTo>
                    <a:pt x="4234408" y="1638"/>
                  </a:lnTo>
                  <a:lnTo>
                    <a:pt x="4246346" y="8242"/>
                  </a:lnTo>
                  <a:lnTo>
                    <a:pt x="4269206" y="48044"/>
                  </a:lnTo>
                  <a:lnTo>
                    <a:pt x="4270438" y="56337"/>
                  </a:lnTo>
                  <a:lnTo>
                    <a:pt x="4270438" y="1298321"/>
                  </a:lnTo>
                  <a:lnTo>
                    <a:pt x="4270108" y="1298651"/>
                  </a:lnTo>
                  <a:lnTo>
                    <a:pt x="4269765" y="1298994"/>
                  </a:lnTo>
                  <a:lnTo>
                    <a:pt x="4269638" y="1298994"/>
                  </a:lnTo>
                  <a:lnTo>
                    <a:pt x="16903" y="1298994"/>
                  </a:lnTo>
                  <a:lnTo>
                    <a:pt x="16687" y="1298790"/>
                  </a:lnTo>
                  <a:lnTo>
                    <a:pt x="16573" y="1298651"/>
                  </a:lnTo>
                  <a:lnTo>
                    <a:pt x="16230" y="1298321"/>
                  </a:lnTo>
                  <a:lnTo>
                    <a:pt x="16230" y="56337"/>
                  </a:lnTo>
                  <a:lnTo>
                    <a:pt x="17462" y="48044"/>
                  </a:lnTo>
                  <a:lnTo>
                    <a:pt x="35064" y="12928"/>
                  </a:lnTo>
                  <a:lnTo>
                    <a:pt x="58483" y="0"/>
                  </a:lnTo>
                  <a:lnTo>
                    <a:pt x="56324" y="0"/>
                  </a:lnTo>
                  <a:lnTo>
                    <a:pt x="12928" y="25107"/>
                  </a:lnTo>
                  <a:lnTo>
                    <a:pt x="0" y="56337"/>
                  </a:lnTo>
                  <a:lnTo>
                    <a:pt x="0" y="1302004"/>
                  </a:lnTo>
                  <a:lnTo>
                    <a:pt x="1778" y="1306309"/>
                  </a:lnTo>
                  <a:lnTo>
                    <a:pt x="5346" y="1309878"/>
                  </a:lnTo>
                  <a:lnTo>
                    <a:pt x="5753" y="1310284"/>
                  </a:lnTo>
                  <a:lnTo>
                    <a:pt x="8915" y="1313446"/>
                  </a:lnTo>
                  <a:lnTo>
                    <a:pt x="13220" y="1315224"/>
                  </a:lnTo>
                  <a:lnTo>
                    <a:pt x="4273461" y="1315224"/>
                  </a:lnTo>
                  <a:lnTo>
                    <a:pt x="4277766" y="1313446"/>
                  </a:lnTo>
                  <a:lnTo>
                    <a:pt x="4280928" y="1310284"/>
                  </a:lnTo>
                  <a:lnTo>
                    <a:pt x="4281335" y="1309878"/>
                  </a:lnTo>
                  <a:lnTo>
                    <a:pt x="4284904" y="1306309"/>
                  </a:lnTo>
                  <a:lnTo>
                    <a:pt x="4286682" y="1302004"/>
                  </a:lnTo>
                  <a:lnTo>
                    <a:pt x="4286682" y="56337"/>
                  </a:lnTo>
                  <a:close/>
                </a:path>
              </a:pathLst>
            </a:custGeom>
            <a:solidFill>
              <a:srgbClr val="D9D4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11479" y="2825317"/>
              <a:ext cx="4286885" cy="438784"/>
            </a:xfrm>
            <a:custGeom>
              <a:avLst/>
              <a:gdLst/>
              <a:ahLst/>
              <a:cxnLst/>
              <a:rect l="l" t="t" r="r" b="b"/>
              <a:pathLst>
                <a:path w="4286885" h="438785">
                  <a:moveTo>
                    <a:pt x="4286682" y="218821"/>
                  </a:moveTo>
                  <a:lnTo>
                    <a:pt x="4270832" y="202971"/>
                  </a:lnTo>
                  <a:lnTo>
                    <a:pt x="2361996" y="202971"/>
                  </a:lnTo>
                  <a:lnTo>
                    <a:pt x="2360790" y="190576"/>
                  </a:lnTo>
                  <a:lnTo>
                    <a:pt x="2351024" y="148704"/>
                  </a:lnTo>
                  <a:lnTo>
                    <a:pt x="2333269" y="109550"/>
                  </a:lnTo>
                  <a:lnTo>
                    <a:pt x="2308237" y="74599"/>
                  </a:lnTo>
                  <a:lnTo>
                    <a:pt x="2276856" y="45212"/>
                  </a:lnTo>
                  <a:lnTo>
                    <a:pt x="2240343" y="22504"/>
                  </a:lnTo>
                  <a:lnTo>
                    <a:pt x="2200097" y="7366"/>
                  </a:lnTo>
                  <a:lnTo>
                    <a:pt x="2157679" y="355"/>
                  </a:lnTo>
                  <a:lnTo>
                    <a:pt x="2150516" y="0"/>
                  </a:lnTo>
                  <a:lnTo>
                    <a:pt x="2136152" y="0"/>
                  </a:lnTo>
                  <a:lnTo>
                    <a:pt x="2093531" y="5613"/>
                  </a:lnTo>
                  <a:lnTo>
                    <a:pt x="2052815" y="19443"/>
                  </a:lnTo>
                  <a:lnTo>
                    <a:pt x="2015578" y="40932"/>
                  </a:lnTo>
                  <a:lnTo>
                    <a:pt x="1983257" y="69291"/>
                  </a:lnTo>
                  <a:lnTo>
                    <a:pt x="1957082" y="103390"/>
                  </a:lnTo>
                  <a:lnTo>
                    <a:pt x="1938070" y="141960"/>
                  </a:lnTo>
                  <a:lnTo>
                    <a:pt x="1926945" y="183489"/>
                  </a:lnTo>
                  <a:lnTo>
                    <a:pt x="1924659" y="202971"/>
                  </a:lnTo>
                  <a:lnTo>
                    <a:pt x="15836" y="202971"/>
                  </a:lnTo>
                  <a:lnTo>
                    <a:pt x="0" y="218821"/>
                  </a:lnTo>
                  <a:lnTo>
                    <a:pt x="0" y="267919"/>
                  </a:lnTo>
                  <a:lnTo>
                    <a:pt x="1929511" y="267919"/>
                  </a:lnTo>
                  <a:lnTo>
                    <a:pt x="1929739" y="269011"/>
                  </a:lnTo>
                  <a:lnTo>
                    <a:pt x="1943569" y="309727"/>
                  </a:lnTo>
                  <a:lnTo>
                    <a:pt x="1965058" y="346964"/>
                  </a:lnTo>
                  <a:lnTo>
                    <a:pt x="1993417" y="379285"/>
                  </a:lnTo>
                  <a:lnTo>
                    <a:pt x="2027516" y="405460"/>
                  </a:lnTo>
                  <a:lnTo>
                    <a:pt x="2066086" y="424472"/>
                  </a:lnTo>
                  <a:lnTo>
                    <a:pt x="2107615" y="435610"/>
                  </a:lnTo>
                  <a:lnTo>
                    <a:pt x="2136152" y="438416"/>
                  </a:lnTo>
                  <a:lnTo>
                    <a:pt x="2150516" y="438416"/>
                  </a:lnTo>
                  <a:lnTo>
                    <a:pt x="2193137" y="432803"/>
                  </a:lnTo>
                  <a:lnTo>
                    <a:pt x="2233853" y="418985"/>
                  </a:lnTo>
                  <a:lnTo>
                    <a:pt x="2271090" y="397484"/>
                  </a:lnTo>
                  <a:lnTo>
                    <a:pt x="2303411" y="369138"/>
                  </a:lnTo>
                  <a:lnTo>
                    <a:pt x="2329586" y="335026"/>
                  </a:lnTo>
                  <a:lnTo>
                    <a:pt x="2348598" y="296468"/>
                  </a:lnTo>
                  <a:lnTo>
                    <a:pt x="2357145" y="267919"/>
                  </a:lnTo>
                  <a:lnTo>
                    <a:pt x="4286682" y="267919"/>
                  </a:lnTo>
                  <a:lnTo>
                    <a:pt x="4286682" y="218821"/>
                  </a:lnTo>
                  <a:close/>
                </a:path>
              </a:pathLst>
            </a:custGeom>
            <a:solidFill>
              <a:srgbClr val="325E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592777" y="2913289"/>
            <a:ext cx="124460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3</a:t>
            </a:r>
            <a:endParaRPr sz="135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61154" y="3393106"/>
            <a:ext cx="3954145" cy="7995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Safety &amp; Security Alerts</a:t>
            </a: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Real-time emergency alert system notifying administrators and authorities about security or safety issues.</a:t>
            </a:r>
            <a:endParaRPr sz="1150">
              <a:solidFill>
                <a:schemeClr val="accent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944304" y="2825317"/>
            <a:ext cx="4286885" cy="1534795"/>
            <a:chOff x="4944304" y="2825317"/>
            <a:chExt cx="4286885" cy="1534795"/>
          </a:xfrm>
        </p:grpSpPr>
        <p:sp>
          <p:nvSpPr>
            <p:cNvPr id="23" name="object 23"/>
            <p:cNvSpPr/>
            <p:nvPr/>
          </p:nvSpPr>
          <p:spPr>
            <a:xfrm>
              <a:off x="4952424" y="3044522"/>
              <a:ext cx="4271010" cy="1307465"/>
            </a:xfrm>
            <a:custGeom>
              <a:avLst/>
              <a:gdLst/>
              <a:ahLst/>
              <a:cxnLst/>
              <a:rect l="l" t="t" r="r" b="b"/>
              <a:pathLst>
                <a:path w="4271009" h="1307464">
                  <a:moveTo>
                    <a:pt x="4263103" y="1307114"/>
                  </a:moveTo>
                  <a:lnTo>
                    <a:pt x="7346" y="1307114"/>
                  </a:lnTo>
                  <a:lnTo>
                    <a:pt x="4954" y="1306124"/>
                  </a:lnTo>
                  <a:lnTo>
                    <a:pt x="991" y="1302160"/>
                  </a:lnTo>
                  <a:lnTo>
                    <a:pt x="0" y="1299768"/>
                  </a:lnTo>
                  <a:lnTo>
                    <a:pt x="0" y="1296966"/>
                  </a:lnTo>
                  <a:lnTo>
                    <a:pt x="0" y="60685"/>
                  </a:lnTo>
                  <a:lnTo>
                    <a:pt x="14006" y="22038"/>
                  </a:lnTo>
                  <a:lnTo>
                    <a:pt x="49403" y="416"/>
                  </a:lnTo>
                  <a:lnTo>
                    <a:pt x="53099" y="0"/>
                  </a:lnTo>
                  <a:lnTo>
                    <a:pt x="4217350" y="0"/>
                  </a:lnTo>
                  <a:lnTo>
                    <a:pt x="4256444" y="22038"/>
                  </a:lnTo>
                  <a:lnTo>
                    <a:pt x="4270449" y="60685"/>
                  </a:lnTo>
                  <a:lnTo>
                    <a:pt x="4270449" y="1299768"/>
                  </a:lnTo>
                  <a:lnTo>
                    <a:pt x="4269458" y="1302160"/>
                  </a:lnTo>
                  <a:lnTo>
                    <a:pt x="4265496" y="1306124"/>
                  </a:lnTo>
                  <a:lnTo>
                    <a:pt x="4263103" y="1307114"/>
                  </a:lnTo>
                  <a:close/>
                </a:path>
              </a:pathLst>
            </a:custGeom>
            <a:solidFill>
              <a:srgbClr val="FFFB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944300" y="3044532"/>
              <a:ext cx="4286885" cy="1315720"/>
            </a:xfrm>
            <a:custGeom>
              <a:avLst/>
              <a:gdLst/>
              <a:ahLst/>
              <a:cxnLst/>
              <a:rect l="l" t="t" r="r" b="b"/>
              <a:pathLst>
                <a:path w="4286884" h="1315720">
                  <a:moveTo>
                    <a:pt x="4286682" y="56337"/>
                  </a:moveTo>
                  <a:lnTo>
                    <a:pt x="4261574" y="12928"/>
                  </a:lnTo>
                  <a:lnTo>
                    <a:pt x="4230344" y="0"/>
                  </a:lnTo>
                  <a:lnTo>
                    <a:pt x="4228198" y="0"/>
                  </a:lnTo>
                  <a:lnTo>
                    <a:pt x="4234408" y="1638"/>
                  </a:lnTo>
                  <a:lnTo>
                    <a:pt x="4246346" y="8242"/>
                  </a:lnTo>
                  <a:lnTo>
                    <a:pt x="4269206" y="48044"/>
                  </a:lnTo>
                  <a:lnTo>
                    <a:pt x="4270451" y="56337"/>
                  </a:lnTo>
                  <a:lnTo>
                    <a:pt x="4270451" y="1298321"/>
                  </a:lnTo>
                  <a:lnTo>
                    <a:pt x="4270108" y="1298663"/>
                  </a:lnTo>
                  <a:lnTo>
                    <a:pt x="4269778" y="1298994"/>
                  </a:lnTo>
                  <a:lnTo>
                    <a:pt x="4269638" y="1298994"/>
                  </a:lnTo>
                  <a:lnTo>
                    <a:pt x="16916" y="1298994"/>
                  </a:lnTo>
                  <a:lnTo>
                    <a:pt x="16573" y="1298651"/>
                  </a:lnTo>
                  <a:lnTo>
                    <a:pt x="16230" y="1298321"/>
                  </a:lnTo>
                  <a:lnTo>
                    <a:pt x="16230" y="56337"/>
                  </a:lnTo>
                  <a:lnTo>
                    <a:pt x="35064" y="12928"/>
                  </a:lnTo>
                  <a:lnTo>
                    <a:pt x="58483" y="0"/>
                  </a:lnTo>
                  <a:lnTo>
                    <a:pt x="56337" y="0"/>
                  </a:lnTo>
                  <a:lnTo>
                    <a:pt x="12928" y="25107"/>
                  </a:lnTo>
                  <a:lnTo>
                    <a:pt x="0" y="56337"/>
                  </a:lnTo>
                  <a:lnTo>
                    <a:pt x="0" y="1302004"/>
                  </a:lnTo>
                  <a:lnTo>
                    <a:pt x="1778" y="1306309"/>
                  </a:lnTo>
                  <a:lnTo>
                    <a:pt x="5346" y="1309878"/>
                  </a:lnTo>
                  <a:lnTo>
                    <a:pt x="5753" y="1310284"/>
                  </a:lnTo>
                  <a:lnTo>
                    <a:pt x="8915" y="1313446"/>
                  </a:lnTo>
                  <a:lnTo>
                    <a:pt x="13220" y="1315224"/>
                  </a:lnTo>
                  <a:lnTo>
                    <a:pt x="4273461" y="1315224"/>
                  </a:lnTo>
                  <a:lnTo>
                    <a:pt x="4277766" y="1313446"/>
                  </a:lnTo>
                  <a:lnTo>
                    <a:pt x="4280928" y="1310284"/>
                  </a:lnTo>
                  <a:lnTo>
                    <a:pt x="4281335" y="1309878"/>
                  </a:lnTo>
                  <a:lnTo>
                    <a:pt x="4284904" y="1306309"/>
                  </a:lnTo>
                  <a:lnTo>
                    <a:pt x="4286682" y="1302004"/>
                  </a:lnTo>
                  <a:lnTo>
                    <a:pt x="4286682" y="56337"/>
                  </a:lnTo>
                  <a:close/>
                </a:path>
              </a:pathLst>
            </a:custGeom>
            <a:solidFill>
              <a:srgbClr val="D9D4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944300" y="2825317"/>
              <a:ext cx="4286885" cy="438784"/>
            </a:xfrm>
            <a:custGeom>
              <a:avLst/>
              <a:gdLst/>
              <a:ahLst/>
              <a:cxnLst/>
              <a:rect l="l" t="t" r="r" b="b"/>
              <a:pathLst>
                <a:path w="4286884" h="438785">
                  <a:moveTo>
                    <a:pt x="4286682" y="218821"/>
                  </a:moveTo>
                  <a:lnTo>
                    <a:pt x="4270845" y="202971"/>
                  </a:lnTo>
                  <a:lnTo>
                    <a:pt x="2362009" y="202971"/>
                  </a:lnTo>
                  <a:lnTo>
                    <a:pt x="2360790" y="190576"/>
                  </a:lnTo>
                  <a:lnTo>
                    <a:pt x="2351024" y="148704"/>
                  </a:lnTo>
                  <a:lnTo>
                    <a:pt x="2333282" y="109550"/>
                  </a:lnTo>
                  <a:lnTo>
                    <a:pt x="2308237" y="74599"/>
                  </a:lnTo>
                  <a:lnTo>
                    <a:pt x="2276856" y="45212"/>
                  </a:lnTo>
                  <a:lnTo>
                    <a:pt x="2240343" y="22504"/>
                  </a:lnTo>
                  <a:lnTo>
                    <a:pt x="2200110" y="7366"/>
                  </a:lnTo>
                  <a:lnTo>
                    <a:pt x="2157679" y="355"/>
                  </a:lnTo>
                  <a:lnTo>
                    <a:pt x="2150516" y="0"/>
                  </a:lnTo>
                  <a:lnTo>
                    <a:pt x="2136165" y="0"/>
                  </a:lnTo>
                  <a:lnTo>
                    <a:pt x="2093531" y="5613"/>
                  </a:lnTo>
                  <a:lnTo>
                    <a:pt x="2052828" y="19443"/>
                  </a:lnTo>
                  <a:lnTo>
                    <a:pt x="2015591" y="40932"/>
                  </a:lnTo>
                  <a:lnTo>
                    <a:pt x="1983270" y="69291"/>
                  </a:lnTo>
                  <a:lnTo>
                    <a:pt x="1957095" y="103390"/>
                  </a:lnTo>
                  <a:lnTo>
                    <a:pt x="1938070" y="141960"/>
                  </a:lnTo>
                  <a:lnTo>
                    <a:pt x="1926945" y="183489"/>
                  </a:lnTo>
                  <a:lnTo>
                    <a:pt x="1924672" y="202971"/>
                  </a:lnTo>
                  <a:lnTo>
                    <a:pt x="15836" y="202971"/>
                  </a:lnTo>
                  <a:lnTo>
                    <a:pt x="0" y="218821"/>
                  </a:lnTo>
                  <a:lnTo>
                    <a:pt x="0" y="267919"/>
                  </a:lnTo>
                  <a:lnTo>
                    <a:pt x="1929523" y="267919"/>
                  </a:lnTo>
                  <a:lnTo>
                    <a:pt x="1929752" y="269011"/>
                  </a:lnTo>
                  <a:lnTo>
                    <a:pt x="1943569" y="309727"/>
                  </a:lnTo>
                  <a:lnTo>
                    <a:pt x="1965071" y="346964"/>
                  </a:lnTo>
                  <a:lnTo>
                    <a:pt x="1993417" y="379285"/>
                  </a:lnTo>
                  <a:lnTo>
                    <a:pt x="2027529" y="405460"/>
                  </a:lnTo>
                  <a:lnTo>
                    <a:pt x="2066086" y="424472"/>
                  </a:lnTo>
                  <a:lnTo>
                    <a:pt x="2107615" y="435610"/>
                  </a:lnTo>
                  <a:lnTo>
                    <a:pt x="2136165" y="438416"/>
                  </a:lnTo>
                  <a:lnTo>
                    <a:pt x="2150516" y="438416"/>
                  </a:lnTo>
                  <a:lnTo>
                    <a:pt x="2193150" y="432803"/>
                  </a:lnTo>
                  <a:lnTo>
                    <a:pt x="2233866" y="418985"/>
                  </a:lnTo>
                  <a:lnTo>
                    <a:pt x="2271090" y="397484"/>
                  </a:lnTo>
                  <a:lnTo>
                    <a:pt x="2303424" y="369138"/>
                  </a:lnTo>
                  <a:lnTo>
                    <a:pt x="2329599" y="335026"/>
                  </a:lnTo>
                  <a:lnTo>
                    <a:pt x="2348611" y="296468"/>
                  </a:lnTo>
                  <a:lnTo>
                    <a:pt x="2357145" y="267919"/>
                  </a:lnTo>
                  <a:lnTo>
                    <a:pt x="4286682" y="267919"/>
                  </a:lnTo>
                  <a:lnTo>
                    <a:pt x="4286682" y="218821"/>
                  </a:lnTo>
                  <a:close/>
                </a:path>
              </a:pathLst>
            </a:custGeom>
            <a:solidFill>
              <a:srgbClr val="325E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018371" y="2913289"/>
            <a:ext cx="138430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85" dirty="0">
                <a:solidFill>
                  <a:srgbClr val="FFFFFF"/>
                </a:solidFill>
                <a:latin typeface="Microsoft Sans Serif"/>
                <a:cs typeface="Microsoft Sans Serif"/>
              </a:rPr>
              <a:t>4</a:t>
            </a:r>
            <a:endParaRPr sz="1350">
              <a:latin typeface="Microsoft Sans Serif"/>
              <a:cs typeface="Microsoft Sans Serif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093979" y="3393106"/>
            <a:ext cx="3959225" cy="72930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65" dirty="0">
                <a:solidFill>
                  <a:schemeClr val="accent1">
                    <a:lumMod val="50000"/>
                  </a:schemeClr>
                </a:solidFill>
                <a:latin typeface="Microsoft Sans Serif"/>
                <a:cs typeface="Microsoft Sans Serif"/>
              </a:rPr>
              <a:t>Performance</a:t>
            </a:r>
            <a:r>
              <a:rPr sz="1400" spc="5" dirty="0">
                <a:solidFill>
                  <a:schemeClr val="accent1">
                    <a:lumMod val="50000"/>
                  </a:schemeClr>
                </a:solidFill>
                <a:latin typeface="Microsoft Sans Serif"/>
                <a:cs typeface="Microsoft Sans Serif"/>
              </a:rPr>
              <a:t> </a:t>
            </a:r>
            <a:r>
              <a:rPr sz="1400" spc="70" dirty="0">
                <a:solidFill>
                  <a:schemeClr val="accent1">
                    <a:lumMod val="50000"/>
                  </a:schemeClr>
                </a:solidFill>
                <a:latin typeface="Microsoft Sans Serif"/>
                <a:cs typeface="Microsoft Sans Serif"/>
              </a:rPr>
              <a:t>Analytics</a:t>
            </a:r>
            <a:endParaRPr sz="1400">
              <a:solidFill>
                <a:schemeClr val="accent1">
                  <a:lumMod val="50000"/>
                </a:schemeClr>
              </a:solidFill>
              <a:latin typeface="Microsoft Sans Serif"/>
              <a:cs typeface="Microsoft Sans Serif"/>
            </a:endParaRPr>
          </a:p>
          <a:p>
            <a:pPr marL="12700" marR="5080">
              <a:lnSpc>
                <a:spcPct val="134300"/>
              </a:lnSpc>
              <a:spcBef>
                <a:spcPts val="400"/>
              </a:spcBef>
            </a:pPr>
            <a:r>
              <a:rPr sz="1150" spc="-25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Comprehensive</a:t>
            </a:r>
            <a:r>
              <a:rPr sz="1150" spc="-55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 </a:t>
            </a:r>
            <a:r>
              <a:rPr sz="1150" spc="-25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dashboards</a:t>
            </a:r>
            <a:r>
              <a:rPr sz="1150" spc="-55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 </a:t>
            </a:r>
            <a:r>
              <a:rPr sz="1150" spc="-20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displaying</a:t>
            </a:r>
            <a:r>
              <a:rPr sz="1150" spc="-50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individual</a:t>
            </a:r>
            <a:r>
              <a:rPr sz="1150" spc="-55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 </a:t>
            </a:r>
            <a:r>
              <a:rPr sz="1150" spc="-20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and</a:t>
            </a:r>
            <a:r>
              <a:rPr sz="1150" spc="-50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 </a:t>
            </a:r>
            <a:r>
              <a:rPr sz="1150" spc="-25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class-</a:t>
            </a:r>
            <a:r>
              <a:rPr sz="1150" spc="-20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wide </a:t>
            </a:r>
            <a:r>
              <a:rPr sz="1150" spc="-35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progress</a:t>
            </a:r>
            <a:r>
              <a:rPr sz="1150" spc="-100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with</a:t>
            </a:r>
            <a:r>
              <a:rPr sz="1150" spc="-95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 </a:t>
            </a:r>
            <a:r>
              <a:rPr sz="1150" spc="-20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trend</a:t>
            </a:r>
            <a:r>
              <a:rPr sz="1150" spc="-95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analysis.</a:t>
            </a:r>
            <a:endParaRPr sz="1150">
              <a:solidFill>
                <a:schemeClr val="accent1">
                  <a:lumMod val="50000"/>
                </a:schemeClr>
              </a:solidFill>
              <a:latin typeface="Tahoma"/>
              <a:cs typeface="Tahom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11479" y="4505893"/>
            <a:ext cx="4286885" cy="1526540"/>
            <a:chOff x="511479" y="4505893"/>
            <a:chExt cx="4286885" cy="1526540"/>
          </a:xfrm>
        </p:grpSpPr>
        <p:sp>
          <p:nvSpPr>
            <p:cNvPr id="29" name="object 29"/>
            <p:cNvSpPr/>
            <p:nvPr/>
          </p:nvSpPr>
          <p:spPr>
            <a:xfrm>
              <a:off x="519598" y="4725099"/>
              <a:ext cx="4271010" cy="1299210"/>
            </a:xfrm>
            <a:custGeom>
              <a:avLst/>
              <a:gdLst/>
              <a:ahLst/>
              <a:cxnLst/>
              <a:rect l="l" t="t" r="r" b="b"/>
              <a:pathLst>
                <a:path w="4271010" h="1299210">
                  <a:moveTo>
                    <a:pt x="4263104" y="1298995"/>
                  </a:moveTo>
                  <a:lnTo>
                    <a:pt x="7346" y="1298995"/>
                  </a:lnTo>
                  <a:lnTo>
                    <a:pt x="4954" y="1298004"/>
                  </a:lnTo>
                  <a:lnTo>
                    <a:pt x="990" y="1294041"/>
                  </a:lnTo>
                  <a:lnTo>
                    <a:pt x="0" y="1291649"/>
                  </a:lnTo>
                  <a:lnTo>
                    <a:pt x="0" y="1288847"/>
                  </a:lnTo>
                  <a:lnTo>
                    <a:pt x="0" y="60684"/>
                  </a:lnTo>
                  <a:lnTo>
                    <a:pt x="14006" y="22037"/>
                  </a:lnTo>
                  <a:lnTo>
                    <a:pt x="49403" y="415"/>
                  </a:lnTo>
                  <a:lnTo>
                    <a:pt x="53099" y="0"/>
                  </a:lnTo>
                  <a:lnTo>
                    <a:pt x="4217350" y="0"/>
                  </a:lnTo>
                  <a:lnTo>
                    <a:pt x="4256443" y="22037"/>
                  </a:lnTo>
                  <a:lnTo>
                    <a:pt x="4270450" y="60684"/>
                  </a:lnTo>
                  <a:lnTo>
                    <a:pt x="4270450" y="1291649"/>
                  </a:lnTo>
                  <a:lnTo>
                    <a:pt x="4269459" y="1294041"/>
                  </a:lnTo>
                  <a:lnTo>
                    <a:pt x="4265496" y="1298004"/>
                  </a:lnTo>
                  <a:lnTo>
                    <a:pt x="4263104" y="1298995"/>
                  </a:lnTo>
                  <a:close/>
                </a:path>
              </a:pathLst>
            </a:custGeom>
            <a:solidFill>
              <a:srgbClr val="FFFB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11479" y="4725110"/>
              <a:ext cx="4286885" cy="1307465"/>
            </a:xfrm>
            <a:custGeom>
              <a:avLst/>
              <a:gdLst/>
              <a:ahLst/>
              <a:cxnLst/>
              <a:rect l="l" t="t" r="r" b="b"/>
              <a:pathLst>
                <a:path w="4286885" h="1307464">
                  <a:moveTo>
                    <a:pt x="4286682" y="56337"/>
                  </a:moveTo>
                  <a:lnTo>
                    <a:pt x="4261574" y="12928"/>
                  </a:lnTo>
                  <a:lnTo>
                    <a:pt x="4230344" y="0"/>
                  </a:lnTo>
                  <a:lnTo>
                    <a:pt x="4228185" y="0"/>
                  </a:lnTo>
                  <a:lnTo>
                    <a:pt x="4234408" y="1638"/>
                  </a:lnTo>
                  <a:lnTo>
                    <a:pt x="4246346" y="8229"/>
                  </a:lnTo>
                  <a:lnTo>
                    <a:pt x="4269206" y="48044"/>
                  </a:lnTo>
                  <a:lnTo>
                    <a:pt x="4270438" y="56337"/>
                  </a:lnTo>
                  <a:lnTo>
                    <a:pt x="4270438" y="1290193"/>
                  </a:lnTo>
                  <a:lnTo>
                    <a:pt x="4270108" y="1290535"/>
                  </a:lnTo>
                  <a:lnTo>
                    <a:pt x="4269765" y="1290878"/>
                  </a:lnTo>
                  <a:lnTo>
                    <a:pt x="4269638" y="1290878"/>
                  </a:lnTo>
                  <a:lnTo>
                    <a:pt x="16916" y="1290878"/>
                  </a:lnTo>
                  <a:lnTo>
                    <a:pt x="16573" y="1290535"/>
                  </a:lnTo>
                  <a:lnTo>
                    <a:pt x="16230" y="1290193"/>
                  </a:lnTo>
                  <a:lnTo>
                    <a:pt x="16230" y="56337"/>
                  </a:lnTo>
                  <a:lnTo>
                    <a:pt x="17462" y="48044"/>
                  </a:lnTo>
                  <a:lnTo>
                    <a:pt x="35064" y="12928"/>
                  </a:lnTo>
                  <a:lnTo>
                    <a:pt x="58483" y="0"/>
                  </a:lnTo>
                  <a:lnTo>
                    <a:pt x="56324" y="0"/>
                  </a:lnTo>
                  <a:lnTo>
                    <a:pt x="12928" y="25107"/>
                  </a:lnTo>
                  <a:lnTo>
                    <a:pt x="0" y="56337"/>
                  </a:lnTo>
                  <a:lnTo>
                    <a:pt x="0" y="1293888"/>
                  </a:lnTo>
                  <a:lnTo>
                    <a:pt x="1778" y="1298194"/>
                  </a:lnTo>
                  <a:lnTo>
                    <a:pt x="5346" y="1301762"/>
                  </a:lnTo>
                  <a:lnTo>
                    <a:pt x="5753" y="1302169"/>
                  </a:lnTo>
                  <a:lnTo>
                    <a:pt x="8915" y="1305331"/>
                  </a:lnTo>
                  <a:lnTo>
                    <a:pt x="13220" y="1307109"/>
                  </a:lnTo>
                  <a:lnTo>
                    <a:pt x="4273461" y="1307109"/>
                  </a:lnTo>
                  <a:lnTo>
                    <a:pt x="4277766" y="1305331"/>
                  </a:lnTo>
                  <a:lnTo>
                    <a:pt x="4280928" y="1302169"/>
                  </a:lnTo>
                  <a:lnTo>
                    <a:pt x="4281335" y="1301762"/>
                  </a:lnTo>
                  <a:lnTo>
                    <a:pt x="4284904" y="1298194"/>
                  </a:lnTo>
                  <a:lnTo>
                    <a:pt x="4286682" y="1293888"/>
                  </a:lnTo>
                  <a:lnTo>
                    <a:pt x="4286682" y="56337"/>
                  </a:lnTo>
                  <a:close/>
                </a:path>
              </a:pathLst>
            </a:custGeom>
            <a:solidFill>
              <a:srgbClr val="D9D4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11479" y="4505896"/>
              <a:ext cx="4286885" cy="438784"/>
            </a:xfrm>
            <a:custGeom>
              <a:avLst/>
              <a:gdLst/>
              <a:ahLst/>
              <a:cxnLst/>
              <a:rect l="l" t="t" r="r" b="b"/>
              <a:pathLst>
                <a:path w="4286885" h="438785">
                  <a:moveTo>
                    <a:pt x="4286682" y="218821"/>
                  </a:moveTo>
                  <a:lnTo>
                    <a:pt x="4270832" y="202971"/>
                  </a:lnTo>
                  <a:lnTo>
                    <a:pt x="2361996" y="202971"/>
                  </a:lnTo>
                  <a:lnTo>
                    <a:pt x="2360790" y="190576"/>
                  </a:lnTo>
                  <a:lnTo>
                    <a:pt x="2351024" y="148704"/>
                  </a:lnTo>
                  <a:lnTo>
                    <a:pt x="2333269" y="109550"/>
                  </a:lnTo>
                  <a:lnTo>
                    <a:pt x="2308237" y="74599"/>
                  </a:lnTo>
                  <a:lnTo>
                    <a:pt x="2276856" y="45212"/>
                  </a:lnTo>
                  <a:lnTo>
                    <a:pt x="2240343" y="22504"/>
                  </a:lnTo>
                  <a:lnTo>
                    <a:pt x="2200097" y="7353"/>
                  </a:lnTo>
                  <a:lnTo>
                    <a:pt x="2157679" y="355"/>
                  </a:lnTo>
                  <a:lnTo>
                    <a:pt x="2150516" y="0"/>
                  </a:lnTo>
                  <a:lnTo>
                    <a:pt x="2136152" y="0"/>
                  </a:lnTo>
                  <a:lnTo>
                    <a:pt x="2093531" y="5613"/>
                  </a:lnTo>
                  <a:lnTo>
                    <a:pt x="2052815" y="19431"/>
                  </a:lnTo>
                  <a:lnTo>
                    <a:pt x="2015578" y="40932"/>
                  </a:lnTo>
                  <a:lnTo>
                    <a:pt x="1983257" y="69278"/>
                  </a:lnTo>
                  <a:lnTo>
                    <a:pt x="1957082" y="103390"/>
                  </a:lnTo>
                  <a:lnTo>
                    <a:pt x="1938070" y="141960"/>
                  </a:lnTo>
                  <a:lnTo>
                    <a:pt x="1926945" y="183489"/>
                  </a:lnTo>
                  <a:lnTo>
                    <a:pt x="1924659" y="202971"/>
                  </a:lnTo>
                  <a:lnTo>
                    <a:pt x="15836" y="202971"/>
                  </a:lnTo>
                  <a:lnTo>
                    <a:pt x="0" y="218821"/>
                  </a:lnTo>
                  <a:lnTo>
                    <a:pt x="0" y="267919"/>
                  </a:lnTo>
                  <a:lnTo>
                    <a:pt x="1929511" y="267919"/>
                  </a:lnTo>
                  <a:lnTo>
                    <a:pt x="1929739" y="269011"/>
                  </a:lnTo>
                  <a:lnTo>
                    <a:pt x="1943569" y="309727"/>
                  </a:lnTo>
                  <a:lnTo>
                    <a:pt x="1965058" y="346964"/>
                  </a:lnTo>
                  <a:lnTo>
                    <a:pt x="1993417" y="379285"/>
                  </a:lnTo>
                  <a:lnTo>
                    <a:pt x="2027516" y="405460"/>
                  </a:lnTo>
                  <a:lnTo>
                    <a:pt x="2066086" y="424472"/>
                  </a:lnTo>
                  <a:lnTo>
                    <a:pt x="2107615" y="435597"/>
                  </a:lnTo>
                  <a:lnTo>
                    <a:pt x="2136152" y="438416"/>
                  </a:lnTo>
                  <a:lnTo>
                    <a:pt x="2150516" y="438416"/>
                  </a:lnTo>
                  <a:lnTo>
                    <a:pt x="2193137" y="432803"/>
                  </a:lnTo>
                  <a:lnTo>
                    <a:pt x="2233853" y="418985"/>
                  </a:lnTo>
                  <a:lnTo>
                    <a:pt x="2271090" y="397484"/>
                  </a:lnTo>
                  <a:lnTo>
                    <a:pt x="2303411" y="369138"/>
                  </a:lnTo>
                  <a:lnTo>
                    <a:pt x="2329586" y="335026"/>
                  </a:lnTo>
                  <a:lnTo>
                    <a:pt x="2348598" y="296468"/>
                  </a:lnTo>
                  <a:lnTo>
                    <a:pt x="2357145" y="267919"/>
                  </a:lnTo>
                  <a:lnTo>
                    <a:pt x="4286682" y="267919"/>
                  </a:lnTo>
                  <a:lnTo>
                    <a:pt x="4286682" y="218821"/>
                  </a:lnTo>
                  <a:close/>
                </a:path>
              </a:pathLst>
            </a:custGeom>
            <a:solidFill>
              <a:srgbClr val="325E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2593538" y="4593865"/>
            <a:ext cx="122555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5</a:t>
            </a:r>
            <a:endParaRPr sz="1350">
              <a:latin typeface="Microsoft Sans Serif"/>
              <a:cs typeface="Microsoft Sans Serif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61154" y="5073682"/>
            <a:ext cx="3731895" cy="7995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Resource Management</a:t>
            </a: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System to monitor, schedule, and manage classroom equipment like projectors and smart boards.</a:t>
            </a:r>
            <a:endParaRPr sz="1150">
              <a:solidFill>
                <a:schemeClr val="accent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  <a:cs typeface="Tahoma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944304" y="4505893"/>
            <a:ext cx="4286885" cy="1526540"/>
            <a:chOff x="4944304" y="4505893"/>
            <a:chExt cx="4286885" cy="1526540"/>
          </a:xfrm>
        </p:grpSpPr>
        <p:sp>
          <p:nvSpPr>
            <p:cNvPr id="35" name="object 35"/>
            <p:cNvSpPr/>
            <p:nvPr/>
          </p:nvSpPr>
          <p:spPr>
            <a:xfrm>
              <a:off x="4952424" y="4725099"/>
              <a:ext cx="4271010" cy="1299210"/>
            </a:xfrm>
            <a:custGeom>
              <a:avLst/>
              <a:gdLst/>
              <a:ahLst/>
              <a:cxnLst/>
              <a:rect l="l" t="t" r="r" b="b"/>
              <a:pathLst>
                <a:path w="4271009" h="1299210">
                  <a:moveTo>
                    <a:pt x="4263103" y="1298995"/>
                  </a:moveTo>
                  <a:lnTo>
                    <a:pt x="7346" y="1298995"/>
                  </a:lnTo>
                  <a:lnTo>
                    <a:pt x="4954" y="1298004"/>
                  </a:lnTo>
                  <a:lnTo>
                    <a:pt x="991" y="1294041"/>
                  </a:lnTo>
                  <a:lnTo>
                    <a:pt x="0" y="1291649"/>
                  </a:lnTo>
                  <a:lnTo>
                    <a:pt x="0" y="1288847"/>
                  </a:lnTo>
                  <a:lnTo>
                    <a:pt x="0" y="60684"/>
                  </a:lnTo>
                  <a:lnTo>
                    <a:pt x="14006" y="22037"/>
                  </a:lnTo>
                  <a:lnTo>
                    <a:pt x="49403" y="415"/>
                  </a:lnTo>
                  <a:lnTo>
                    <a:pt x="53099" y="0"/>
                  </a:lnTo>
                  <a:lnTo>
                    <a:pt x="4217350" y="0"/>
                  </a:lnTo>
                  <a:lnTo>
                    <a:pt x="4256444" y="22037"/>
                  </a:lnTo>
                  <a:lnTo>
                    <a:pt x="4270449" y="60684"/>
                  </a:lnTo>
                  <a:lnTo>
                    <a:pt x="4270449" y="1291649"/>
                  </a:lnTo>
                  <a:lnTo>
                    <a:pt x="4269458" y="1294041"/>
                  </a:lnTo>
                  <a:lnTo>
                    <a:pt x="4265496" y="1298004"/>
                  </a:lnTo>
                  <a:lnTo>
                    <a:pt x="4263103" y="1298995"/>
                  </a:lnTo>
                  <a:close/>
                </a:path>
              </a:pathLst>
            </a:custGeom>
            <a:solidFill>
              <a:srgbClr val="FFFB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44300" y="4725110"/>
              <a:ext cx="4286885" cy="1307465"/>
            </a:xfrm>
            <a:custGeom>
              <a:avLst/>
              <a:gdLst/>
              <a:ahLst/>
              <a:cxnLst/>
              <a:rect l="l" t="t" r="r" b="b"/>
              <a:pathLst>
                <a:path w="4286884" h="1307464">
                  <a:moveTo>
                    <a:pt x="4286682" y="56337"/>
                  </a:moveTo>
                  <a:lnTo>
                    <a:pt x="4261574" y="12928"/>
                  </a:lnTo>
                  <a:lnTo>
                    <a:pt x="4230344" y="0"/>
                  </a:lnTo>
                  <a:lnTo>
                    <a:pt x="4228198" y="0"/>
                  </a:lnTo>
                  <a:lnTo>
                    <a:pt x="4234408" y="1638"/>
                  </a:lnTo>
                  <a:lnTo>
                    <a:pt x="4246346" y="8229"/>
                  </a:lnTo>
                  <a:lnTo>
                    <a:pt x="4269206" y="48044"/>
                  </a:lnTo>
                  <a:lnTo>
                    <a:pt x="4270451" y="56337"/>
                  </a:lnTo>
                  <a:lnTo>
                    <a:pt x="4270451" y="1290193"/>
                  </a:lnTo>
                  <a:lnTo>
                    <a:pt x="4270108" y="1290535"/>
                  </a:lnTo>
                  <a:lnTo>
                    <a:pt x="4269778" y="1290878"/>
                  </a:lnTo>
                  <a:lnTo>
                    <a:pt x="4269638" y="1290878"/>
                  </a:lnTo>
                  <a:lnTo>
                    <a:pt x="16916" y="1290878"/>
                  </a:lnTo>
                  <a:lnTo>
                    <a:pt x="16573" y="1290535"/>
                  </a:lnTo>
                  <a:lnTo>
                    <a:pt x="16230" y="1290193"/>
                  </a:lnTo>
                  <a:lnTo>
                    <a:pt x="16230" y="56337"/>
                  </a:lnTo>
                  <a:lnTo>
                    <a:pt x="35064" y="12928"/>
                  </a:lnTo>
                  <a:lnTo>
                    <a:pt x="58483" y="0"/>
                  </a:lnTo>
                  <a:lnTo>
                    <a:pt x="56337" y="0"/>
                  </a:lnTo>
                  <a:lnTo>
                    <a:pt x="12928" y="25107"/>
                  </a:lnTo>
                  <a:lnTo>
                    <a:pt x="0" y="56337"/>
                  </a:lnTo>
                  <a:lnTo>
                    <a:pt x="0" y="1293888"/>
                  </a:lnTo>
                  <a:lnTo>
                    <a:pt x="1778" y="1298194"/>
                  </a:lnTo>
                  <a:lnTo>
                    <a:pt x="5346" y="1301762"/>
                  </a:lnTo>
                  <a:lnTo>
                    <a:pt x="5753" y="1302169"/>
                  </a:lnTo>
                  <a:lnTo>
                    <a:pt x="8915" y="1305331"/>
                  </a:lnTo>
                  <a:lnTo>
                    <a:pt x="13220" y="1307109"/>
                  </a:lnTo>
                  <a:lnTo>
                    <a:pt x="4273461" y="1307109"/>
                  </a:lnTo>
                  <a:lnTo>
                    <a:pt x="4277766" y="1305331"/>
                  </a:lnTo>
                  <a:lnTo>
                    <a:pt x="4280928" y="1302169"/>
                  </a:lnTo>
                  <a:lnTo>
                    <a:pt x="4281335" y="1301762"/>
                  </a:lnTo>
                  <a:lnTo>
                    <a:pt x="4284904" y="1298194"/>
                  </a:lnTo>
                  <a:lnTo>
                    <a:pt x="4286682" y="1293888"/>
                  </a:lnTo>
                  <a:lnTo>
                    <a:pt x="4286682" y="56337"/>
                  </a:lnTo>
                  <a:close/>
                </a:path>
              </a:pathLst>
            </a:custGeom>
            <a:solidFill>
              <a:srgbClr val="D9D4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944300" y="4505896"/>
              <a:ext cx="4286885" cy="438784"/>
            </a:xfrm>
            <a:custGeom>
              <a:avLst/>
              <a:gdLst/>
              <a:ahLst/>
              <a:cxnLst/>
              <a:rect l="l" t="t" r="r" b="b"/>
              <a:pathLst>
                <a:path w="4286884" h="438785">
                  <a:moveTo>
                    <a:pt x="4286682" y="218821"/>
                  </a:moveTo>
                  <a:lnTo>
                    <a:pt x="4270845" y="202971"/>
                  </a:lnTo>
                  <a:lnTo>
                    <a:pt x="2362009" y="202971"/>
                  </a:lnTo>
                  <a:lnTo>
                    <a:pt x="2360790" y="190576"/>
                  </a:lnTo>
                  <a:lnTo>
                    <a:pt x="2351024" y="148704"/>
                  </a:lnTo>
                  <a:lnTo>
                    <a:pt x="2333282" y="109550"/>
                  </a:lnTo>
                  <a:lnTo>
                    <a:pt x="2308237" y="74599"/>
                  </a:lnTo>
                  <a:lnTo>
                    <a:pt x="2276856" y="45212"/>
                  </a:lnTo>
                  <a:lnTo>
                    <a:pt x="2240343" y="22504"/>
                  </a:lnTo>
                  <a:lnTo>
                    <a:pt x="2200110" y="7353"/>
                  </a:lnTo>
                  <a:lnTo>
                    <a:pt x="2157679" y="355"/>
                  </a:lnTo>
                  <a:lnTo>
                    <a:pt x="2150516" y="0"/>
                  </a:lnTo>
                  <a:lnTo>
                    <a:pt x="2136165" y="0"/>
                  </a:lnTo>
                  <a:lnTo>
                    <a:pt x="2093531" y="5613"/>
                  </a:lnTo>
                  <a:lnTo>
                    <a:pt x="2052828" y="19431"/>
                  </a:lnTo>
                  <a:lnTo>
                    <a:pt x="2015591" y="40932"/>
                  </a:lnTo>
                  <a:lnTo>
                    <a:pt x="1983270" y="69278"/>
                  </a:lnTo>
                  <a:lnTo>
                    <a:pt x="1957095" y="103390"/>
                  </a:lnTo>
                  <a:lnTo>
                    <a:pt x="1938070" y="141960"/>
                  </a:lnTo>
                  <a:lnTo>
                    <a:pt x="1926945" y="183489"/>
                  </a:lnTo>
                  <a:lnTo>
                    <a:pt x="1924672" y="202971"/>
                  </a:lnTo>
                  <a:lnTo>
                    <a:pt x="15836" y="202971"/>
                  </a:lnTo>
                  <a:lnTo>
                    <a:pt x="0" y="218821"/>
                  </a:lnTo>
                  <a:lnTo>
                    <a:pt x="0" y="267919"/>
                  </a:lnTo>
                  <a:lnTo>
                    <a:pt x="1929523" y="267919"/>
                  </a:lnTo>
                  <a:lnTo>
                    <a:pt x="1929752" y="269011"/>
                  </a:lnTo>
                  <a:lnTo>
                    <a:pt x="1943569" y="309727"/>
                  </a:lnTo>
                  <a:lnTo>
                    <a:pt x="1965071" y="346964"/>
                  </a:lnTo>
                  <a:lnTo>
                    <a:pt x="1993417" y="379285"/>
                  </a:lnTo>
                  <a:lnTo>
                    <a:pt x="2027529" y="405460"/>
                  </a:lnTo>
                  <a:lnTo>
                    <a:pt x="2066086" y="424472"/>
                  </a:lnTo>
                  <a:lnTo>
                    <a:pt x="2107615" y="435597"/>
                  </a:lnTo>
                  <a:lnTo>
                    <a:pt x="2136165" y="438416"/>
                  </a:lnTo>
                  <a:lnTo>
                    <a:pt x="2150516" y="438416"/>
                  </a:lnTo>
                  <a:lnTo>
                    <a:pt x="2193150" y="432803"/>
                  </a:lnTo>
                  <a:lnTo>
                    <a:pt x="2233866" y="418985"/>
                  </a:lnTo>
                  <a:lnTo>
                    <a:pt x="2271090" y="397484"/>
                  </a:lnTo>
                  <a:lnTo>
                    <a:pt x="2303424" y="369138"/>
                  </a:lnTo>
                  <a:lnTo>
                    <a:pt x="2329599" y="335026"/>
                  </a:lnTo>
                  <a:lnTo>
                    <a:pt x="2348611" y="296468"/>
                  </a:lnTo>
                  <a:lnTo>
                    <a:pt x="2357145" y="267919"/>
                  </a:lnTo>
                  <a:lnTo>
                    <a:pt x="4286682" y="267919"/>
                  </a:lnTo>
                  <a:lnTo>
                    <a:pt x="4286682" y="218821"/>
                  </a:lnTo>
                  <a:close/>
                </a:path>
              </a:pathLst>
            </a:custGeom>
            <a:solidFill>
              <a:srgbClr val="325E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7020021" y="4593865"/>
            <a:ext cx="135255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60" dirty="0">
                <a:solidFill>
                  <a:srgbClr val="FFFFFF"/>
                </a:solidFill>
                <a:latin typeface="Microsoft Sans Serif"/>
                <a:cs typeface="Microsoft Sans Serif"/>
              </a:rPr>
              <a:t>6</a:t>
            </a:r>
            <a:endParaRPr sz="1350">
              <a:latin typeface="Microsoft Sans Serif"/>
              <a:cs typeface="Microsoft Sans Serif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093979" y="5073682"/>
            <a:ext cx="3968115" cy="72930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80" dirty="0">
                <a:solidFill>
                  <a:schemeClr val="accent1">
                    <a:lumMod val="50000"/>
                  </a:schemeClr>
                </a:solidFill>
                <a:latin typeface="Microsoft Sans Serif"/>
                <a:cs typeface="Microsoft Sans Serif"/>
              </a:rPr>
              <a:t>Communication</a:t>
            </a:r>
            <a:r>
              <a:rPr sz="1400" spc="55" dirty="0">
                <a:solidFill>
                  <a:schemeClr val="accent1">
                    <a:lumMod val="50000"/>
                  </a:schemeClr>
                </a:solidFill>
                <a:latin typeface="Microsoft Sans Serif"/>
                <a:cs typeface="Microsoft Sans Serif"/>
              </a:rPr>
              <a:t> </a:t>
            </a:r>
            <a:r>
              <a:rPr sz="1400" spc="65" dirty="0">
                <a:solidFill>
                  <a:schemeClr val="accent1">
                    <a:lumMod val="50000"/>
                  </a:schemeClr>
                </a:solidFill>
                <a:latin typeface="Microsoft Sans Serif"/>
                <a:cs typeface="Microsoft Sans Serif"/>
              </a:rPr>
              <a:t>Portal</a:t>
            </a:r>
            <a:endParaRPr sz="1400">
              <a:solidFill>
                <a:schemeClr val="accent1">
                  <a:lumMod val="50000"/>
                </a:schemeClr>
              </a:solidFill>
              <a:latin typeface="Microsoft Sans Serif"/>
              <a:cs typeface="Microsoft Sans Serif"/>
            </a:endParaRPr>
          </a:p>
          <a:p>
            <a:pPr marL="12700" marR="5080">
              <a:lnSpc>
                <a:spcPct val="134300"/>
              </a:lnSpc>
              <a:spcBef>
                <a:spcPts val="400"/>
              </a:spcBef>
            </a:pPr>
            <a:r>
              <a:rPr sz="1150" spc="-45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Instant</a:t>
            </a:r>
            <a:r>
              <a:rPr sz="1150" spc="-65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 </a:t>
            </a:r>
            <a:r>
              <a:rPr sz="1150" spc="-35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messaging</a:t>
            </a:r>
            <a:r>
              <a:rPr sz="1150" spc="-65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 </a:t>
            </a:r>
            <a:r>
              <a:rPr sz="1150" spc="-20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and</a:t>
            </a:r>
            <a:r>
              <a:rPr sz="1150" spc="-65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 </a:t>
            </a:r>
            <a:r>
              <a:rPr sz="1150" spc="-25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announcement</a:t>
            </a:r>
            <a:r>
              <a:rPr sz="1150" spc="-65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 </a:t>
            </a:r>
            <a:r>
              <a:rPr sz="1150" spc="-40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system</a:t>
            </a:r>
            <a:r>
              <a:rPr sz="1150" spc="-65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 </a:t>
            </a:r>
            <a:r>
              <a:rPr sz="1150" spc="-25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connecting</a:t>
            </a:r>
            <a:r>
              <a:rPr sz="1150" spc="-65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faculty </a:t>
            </a:r>
            <a:r>
              <a:rPr sz="1150" spc="-20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and</a:t>
            </a:r>
            <a:r>
              <a:rPr sz="1150" spc="-100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 </a:t>
            </a:r>
            <a:r>
              <a:rPr sz="1150" spc="-25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students</a:t>
            </a:r>
            <a:r>
              <a:rPr sz="1150" spc="-95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chemeClr val="accent1">
                    <a:lumMod val="50000"/>
                  </a:schemeClr>
                </a:solidFill>
                <a:latin typeface="Tahoma"/>
                <a:cs typeface="Tahoma"/>
              </a:rPr>
              <a:t>efficiently.</a:t>
            </a:r>
            <a:endParaRPr sz="1150">
              <a:solidFill>
                <a:schemeClr val="accent1">
                  <a:lumMod val="50000"/>
                </a:schemeClr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7374" y="996950"/>
            <a:ext cx="364490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14" dirty="0">
                <a:solidFill>
                  <a:srgbClr val="124E73"/>
                </a:solidFill>
              </a:rPr>
              <a:t>Technology</a:t>
            </a:r>
            <a:r>
              <a:rPr dirty="0">
                <a:solidFill>
                  <a:srgbClr val="124E73"/>
                </a:solidFill>
              </a:rPr>
              <a:t> </a:t>
            </a:r>
            <a:r>
              <a:rPr spc="100" dirty="0">
                <a:solidFill>
                  <a:srgbClr val="124E73"/>
                </a:solidFill>
              </a:rPr>
              <a:t>Stack</a:t>
            </a:r>
          </a:p>
        </p:txBody>
      </p:sp>
      <p:sp>
        <p:nvSpPr>
          <p:cNvPr id="4" name="object 4"/>
          <p:cNvSpPr/>
          <p:nvPr/>
        </p:nvSpPr>
        <p:spPr>
          <a:xfrm>
            <a:off x="628649" y="24796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2A40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8649" y="28416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2A40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8649" y="32384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2A40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28649" y="39846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2A40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sz="half" idx="2"/>
          </p:nvPr>
        </p:nvSpPr>
        <p:spPr>
          <a:xfrm>
            <a:off x="544196" y="1864643"/>
            <a:ext cx="3342004" cy="228562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85" dirty="0"/>
              <a:t>Front-</a:t>
            </a:r>
            <a:r>
              <a:rPr spc="-25" dirty="0"/>
              <a:t>End</a:t>
            </a:r>
          </a:p>
          <a:p>
            <a:pPr marL="286385" marR="5080">
              <a:lnSpc>
                <a:spcPct val="162000"/>
              </a:lnSpc>
              <a:spcBef>
                <a:spcPts val="620"/>
              </a:spcBef>
            </a:pPr>
            <a:r>
              <a:rPr lang="en-US" sz="1350" spc="-50" dirty="0" smtClean="0">
                <a:solidFill>
                  <a:srgbClr val="2A404F"/>
                </a:solidFill>
                <a:latin typeface="Tahoma"/>
                <a:cs typeface="Tahoma"/>
              </a:rPr>
              <a:t>HTML5 </a:t>
            </a:r>
          </a:p>
          <a:p>
            <a:pPr marL="286385" marR="5080">
              <a:lnSpc>
                <a:spcPct val="162000"/>
              </a:lnSpc>
              <a:spcBef>
                <a:spcPts val="620"/>
              </a:spcBef>
            </a:pPr>
            <a:r>
              <a:rPr lang="en-US" sz="1350" spc="-50" dirty="0" smtClean="0">
                <a:solidFill>
                  <a:srgbClr val="2A404F"/>
                </a:solidFill>
                <a:latin typeface="Tahoma"/>
                <a:cs typeface="Tahoma"/>
              </a:rPr>
              <a:t>CSS</a:t>
            </a:r>
          </a:p>
          <a:p>
            <a:pPr marL="286385" marR="5080">
              <a:lnSpc>
                <a:spcPct val="162000"/>
              </a:lnSpc>
              <a:spcBef>
                <a:spcPts val="620"/>
              </a:spcBef>
            </a:pPr>
            <a:r>
              <a:rPr lang="en-US" sz="1350" spc="-50" dirty="0" smtClean="0">
                <a:solidFill>
                  <a:srgbClr val="2A404F"/>
                </a:solidFill>
                <a:latin typeface="Tahoma"/>
                <a:cs typeface="Tahoma"/>
              </a:rPr>
              <a:t>JavaScript</a:t>
            </a: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pc="65" smtClean="0"/>
              <a:t>Back-</a:t>
            </a:r>
            <a:r>
              <a:rPr spc="-25" smtClean="0"/>
              <a:t>End</a:t>
            </a:r>
          </a:p>
          <a:p>
            <a:pPr marL="286385" marR="759460">
              <a:lnSpc>
                <a:spcPct val="162000"/>
              </a:lnSpc>
              <a:spcBef>
                <a:spcPts val="620"/>
              </a:spcBef>
            </a:pPr>
            <a:r>
              <a:rPr lang="en-US" sz="1350" spc="-40" dirty="0" smtClean="0">
                <a:solidFill>
                  <a:srgbClr val="2A404F"/>
                </a:solidFill>
                <a:latin typeface="Tahoma"/>
                <a:cs typeface="Tahoma"/>
              </a:rPr>
              <a:t>Python Flask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962649" y="25717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3" y="57149"/>
                </a:moveTo>
                <a:lnTo>
                  <a:pt x="24785" y="57149"/>
                </a:lnTo>
                <a:lnTo>
                  <a:pt x="21139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3" y="0"/>
                </a:lnTo>
                <a:lnTo>
                  <a:pt x="57149" y="28574"/>
                </a:lnTo>
                <a:lnTo>
                  <a:pt x="57149" y="32364"/>
                </a:lnTo>
                <a:lnTo>
                  <a:pt x="32363" y="57149"/>
                </a:lnTo>
                <a:close/>
              </a:path>
            </a:pathLst>
          </a:custGeom>
          <a:solidFill>
            <a:srgbClr val="2A40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962649" y="29051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3" y="57149"/>
                </a:moveTo>
                <a:lnTo>
                  <a:pt x="24785" y="57149"/>
                </a:lnTo>
                <a:lnTo>
                  <a:pt x="21139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3" y="0"/>
                </a:lnTo>
                <a:lnTo>
                  <a:pt x="57149" y="28574"/>
                </a:lnTo>
                <a:lnTo>
                  <a:pt x="57149" y="32364"/>
                </a:lnTo>
                <a:lnTo>
                  <a:pt x="32363" y="57149"/>
                </a:lnTo>
                <a:close/>
              </a:path>
            </a:pathLst>
          </a:custGeom>
          <a:solidFill>
            <a:srgbClr val="2A40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920928" y="1958975"/>
            <a:ext cx="2564130" cy="130728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114" dirty="0">
                <a:solidFill>
                  <a:srgbClr val="124E73"/>
                </a:solidFill>
                <a:latin typeface="Microsoft Sans Serif"/>
                <a:cs typeface="Microsoft Sans Serif"/>
              </a:rPr>
              <a:t>Database</a:t>
            </a:r>
            <a:endParaRPr sz="2000">
              <a:latin typeface="Microsoft Sans Serif"/>
              <a:cs typeface="Microsoft Sans Serif"/>
            </a:endParaRPr>
          </a:p>
          <a:p>
            <a:pPr marL="286385" marR="5080">
              <a:lnSpc>
                <a:spcPct val="162000"/>
              </a:lnSpc>
              <a:spcBef>
                <a:spcPts val="620"/>
              </a:spcBef>
            </a:pPr>
            <a:r>
              <a:rPr sz="1350" spc="-50" dirty="0">
                <a:solidFill>
                  <a:srgbClr val="2A404F"/>
                </a:solidFill>
                <a:latin typeface="Tahoma"/>
                <a:cs typeface="Tahoma"/>
              </a:rPr>
              <a:t>MySQL</a:t>
            </a:r>
            <a:r>
              <a:rPr sz="1350" spc="-10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35" dirty="0">
                <a:solidFill>
                  <a:srgbClr val="2A404F"/>
                </a:solidFill>
                <a:latin typeface="Tahoma"/>
                <a:cs typeface="Tahoma"/>
              </a:rPr>
              <a:t>for</a:t>
            </a:r>
            <a:r>
              <a:rPr sz="1350" spc="-10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2A404F"/>
                </a:solidFill>
                <a:latin typeface="Tahoma"/>
                <a:cs typeface="Tahoma"/>
              </a:rPr>
              <a:t>relational</a:t>
            </a:r>
            <a:r>
              <a:rPr sz="1350" spc="-10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2A404F"/>
                </a:solidFill>
                <a:latin typeface="Tahoma"/>
                <a:cs typeface="Tahoma"/>
              </a:rPr>
              <a:t>data </a:t>
            </a:r>
            <a:r>
              <a:rPr sz="1350" spc="-50" dirty="0">
                <a:solidFill>
                  <a:srgbClr val="2A404F"/>
                </a:solidFill>
                <a:latin typeface="Tahoma"/>
                <a:cs typeface="Tahoma"/>
              </a:rPr>
              <a:t>MongoDB</a:t>
            </a:r>
            <a:r>
              <a:rPr sz="1350" spc="-10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35" dirty="0">
                <a:solidFill>
                  <a:srgbClr val="2A404F"/>
                </a:solidFill>
                <a:latin typeface="Tahoma"/>
                <a:cs typeface="Tahoma"/>
              </a:rPr>
              <a:t>for</a:t>
            </a:r>
            <a:r>
              <a:rPr sz="1350" spc="-10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25">
                <a:solidFill>
                  <a:srgbClr val="2A404F"/>
                </a:solidFill>
                <a:latin typeface="Tahoma"/>
                <a:cs typeface="Tahoma"/>
              </a:rPr>
              <a:t>document</a:t>
            </a:r>
            <a:r>
              <a:rPr sz="1350" spc="-105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45" smtClean="0">
                <a:solidFill>
                  <a:srgbClr val="2A404F"/>
                </a:solidFill>
                <a:latin typeface="Tahoma"/>
                <a:cs typeface="Tahoma"/>
              </a:rPr>
              <a:t>storage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4" y="882650"/>
            <a:ext cx="4123054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90" dirty="0">
                <a:solidFill>
                  <a:srgbClr val="124E73"/>
                </a:solidFill>
              </a:rPr>
              <a:t>Expected</a:t>
            </a:r>
            <a:r>
              <a:rPr spc="5" dirty="0">
                <a:solidFill>
                  <a:srgbClr val="124E73"/>
                </a:solidFill>
              </a:rPr>
              <a:t> </a:t>
            </a:r>
            <a:r>
              <a:rPr spc="145" dirty="0">
                <a:solidFill>
                  <a:srgbClr val="124E73"/>
                </a:solidFill>
              </a:rPr>
              <a:t>Outcomes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38600" y="2024381"/>
            <a:ext cx="2940050" cy="8934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650" spc="50" dirty="0">
                <a:solidFill>
                  <a:srgbClr val="2A404F"/>
                </a:solidFill>
                <a:latin typeface="Microsoft Sans Serif"/>
                <a:cs typeface="Microsoft Sans Serif"/>
              </a:rPr>
              <a:t>Time</a:t>
            </a:r>
            <a:r>
              <a:rPr sz="1650" spc="5" dirty="0">
                <a:solidFill>
                  <a:srgbClr val="2A404F"/>
                </a:solidFill>
                <a:latin typeface="Microsoft Sans Serif"/>
                <a:cs typeface="Microsoft Sans Serif"/>
              </a:rPr>
              <a:t> </a:t>
            </a:r>
            <a:r>
              <a:rPr sz="1650" spc="75" dirty="0">
                <a:solidFill>
                  <a:srgbClr val="2A404F"/>
                </a:solidFill>
                <a:latin typeface="Microsoft Sans Serif"/>
                <a:cs typeface="Microsoft Sans Serif"/>
              </a:rPr>
              <a:t>Savings</a:t>
            </a:r>
            <a:endParaRPr sz="1650">
              <a:latin typeface="Microsoft Sans Serif"/>
              <a:cs typeface="Microsoft Sans Serif"/>
            </a:endParaRPr>
          </a:p>
          <a:p>
            <a:pPr marL="12065" marR="5080" algn="ctr">
              <a:lnSpc>
                <a:spcPct val="134300"/>
              </a:lnSpc>
              <a:spcBef>
                <a:spcPts val="465"/>
              </a:spcBef>
            </a:pPr>
            <a:r>
              <a:rPr sz="1350" spc="-30" dirty="0">
                <a:solidFill>
                  <a:srgbClr val="2A404F"/>
                </a:solidFill>
                <a:latin typeface="Tahoma"/>
                <a:cs typeface="Tahoma"/>
              </a:rPr>
              <a:t>Reduction</a:t>
            </a:r>
            <a:r>
              <a:rPr sz="1350" spc="-9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A404F"/>
                </a:solidFill>
                <a:latin typeface="Tahoma"/>
                <a:cs typeface="Tahoma"/>
              </a:rPr>
              <a:t>in</a:t>
            </a:r>
            <a:r>
              <a:rPr sz="1350" spc="-9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30" dirty="0">
                <a:solidFill>
                  <a:srgbClr val="2A404F"/>
                </a:solidFill>
                <a:latin typeface="Tahoma"/>
                <a:cs typeface="Tahoma"/>
              </a:rPr>
              <a:t>administrative</a:t>
            </a:r>
            <a:r>
              <a:rPr sz="1350" spc="-9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2A404F"/>
                </a:solidFill>
                <a:latin typeface="Tahoma"/>
                <a:cs typeface="Tahoma"/>
              </a:rPr>
              <a:t>workload</a:t>
            </a:r>
            <a:r>
              <a:rPr sz="1350" spc="-9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2A404F"/>
                </a:solidFill>
                <a:latin typeface="Tahoma"/>
                <a:cs typeface="Tahoma"/>
              </a:rPr>
              <a:t>for </a:t>
            </a:r>
            <a:r>
              <a:rPr sz="1350" spc="-30" dirty="0">
                <a:solidFill>
                  <a:srgbClr val="2A404F"/>
                </a:solidFill>
                <a:latin typeface="Tahoma"/>
                <a:cs typeface="Tahoma"/>
              </a:rPr>
              <a:t>faculty</a:t>
            </a:r>
            <a:r>
              <a:rPr sz="1350" spc="-9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A404F"/>
                </a:solidFill>
                <a:latin typeface="Tahoma"/>
                <a:cs typeface="Tahoma"/>
              </a:rPr>
              <a:t>members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38955" y="3319781"/>
            <a:ext cx="2442845" cy="8934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650" spc="114" dirty="0">
                <a:solidFill>
                  <a:srgbClr val="2A404F"/>
                </a:solidFill>
                <a:latin typeface="Microsoft Sans Serif"/>
                <a:cs typeface="Microsoft Sans Serif"/>
              </a:rPr>
              <a:t>Engagement</a:t>
            </a:r>
            <a:r>
              <a:rPr sz="1650" spc="10" dirty="0">
                <a:solidFill>
                  <a:srgbClr val="2A404F"/>
                </a:solidFill>
                <a:latin typeface="Microsoft Sans Serif"/>
                <a:cs typeface="Microsoft Sans Serif"/>
              </a:rPr>
              <a:t> </a:t>
            </a:r>
            <a:r>
              <a:rPr sz="1650" spc="70" dirty="0">
                <a:solidFill>
                  <a:srgbClr val="2A404F"/>
                </a:solidFill>
                <a:latin typeface="Microsoft Sans Serif"/>
                <a:cs typeface="Microsoft Sans Serif"/>
              </a:rPr>
              <a:t>Increase</a:t>
            </a:r>
            <a:endParaRPr sz="1650">
              <a:latin typeface="Microsoft Sans Serif"/>
              <a:cs typeface="Microsoft Sans Serif"/>
            </a:endParaRPr>
          </a:p>
          <a:p>
            <a:pPr marL="12065" marR="5080" algn="ctr">
              <a:lnSpc>
                <a:spcPct val="134300"/>
              </a:lnSpc>
              <a:spcBef>
                <a:spcPts val="465"/>
              </a:spcBef>
            </a:pPr>
            <a:r>
              <a:rPr sz="1350" spc="-50" dirty="0">
                <a:solidFill>
                  <a:srgbClr val="2A404F"/>
                </a:solidFill>
                <a:latin typeface="Tahoma"/>
                <a:cs typeface="Tahoma"/>
              </a:rPr>
              <a:t>Expected</a:t>
            </a:r>
            <a:r>
              <a:rPr sz="1350" spc="-10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30" dirty="0">
                <a:solidFill>
                  <a:srgbClr val="2A404F"/>
                </a:solidFill>
                <a:latin typeface="Tahoma"/>
                <a:cs typeface="Tahoma"/>
              </a:rPr>
              <a:t>improvement</a:t>
            </a:r>
            <a:r>
              <a:rPr sz="1350" spc="-10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A404F"/>
                </a:solidFill>
                <a:latin typeface="Tahoma"/>
                <a:cs typeface="Tahoma"/>
              </a:rPr>
              <a:t>in</a:t>
            </a:r>
            <a:r>
              <a:rPr sz="1350" spc="-10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A404F"/>
                </a:solidFill>
                <a:latin typeface="Tahoma"/>
                <a:cs typeface="Tahoma"/>
              </a:rPr>
              <a:t>student </a:t>
            </a:r>
            <a:r>
              <a:rPr sz="1350" spc="-20" dirty="0">
                <a:solidFill>
                  <a:srgbClr val="2A404F"/>
                </a:solidFill>
                <a:latin typeface="Tahoma"/>
                <a:cs typeface="Tahoma"/>
              </a:rPr>
              <a:t>participation</a:t>
            </a:r>
            <a:r>
              <a:rPr sz="1350" spc="-8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2A404F"/>
                </a:solidFill>
                <a:latin typeface="Tahoma"/>
                <a:cs typeface="Tahoma"/>
              </a:rPr>
              <a:t>and</a:t>
            </a:r>
            <a:r>
              <a:rPr sz="1350" spc="-8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A404F"/>
                </a:solidFill>
                <a:latin typeface="Tahoma"/>
                <a:cs typeface="Tahoma"/>
              </a:rPr>
              <a:t>interaction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77640" y="4746625"/>
            <a:ext cx="3185160" cy="8934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650" spc="75" dirty="0">
                <a:solidFill>
                  <a:srgbClr val="2A404F"/>
                </a:solidFill>
                <a:latin typeface="Microsoft Sans Serif"/>
                <a:cs typeface="Microsoft Sans Serif"/>
              </a:rPr>
              <a:t>Performance</a:t>
            </a:r>
            <a:r>
              <a:rPr sz="1650" spc="5" dirty="0">
                <a:solidFill>
                  <a:srgbClr val="2A404F"/>
                </a:solidFill>
                <a:latin typeface="Microsoft Sans Serif"/>
                <a:cs typeface="Microsoft Sans Serif"/>
              </a:rPr>
              <a:t> </a:t>
            </a:r>
            <a:r>
              <a:rPr sz="1650" spc="110" dirty="0">
                <a:solidFill>
                  <a:srgbClr val="2A404F"/>
                </a:solidFill>
                <a:latin typeface="Microsoft Sans Serif"/>
                <a:cs typeface="Microsoft Sans Serif"/>
              </a:rPr>
              <a:t>Boost</a:t>
            </a:r>
            <a:endParaRPr sz="1650">
              <a:latin typeface="Microsoft Sans Serif"/>
              <a:cs typeface="Microsoft Sans Serif"/>
            </a:endParaRPr>
          </a:p>
          <a:p>
            <a:pPr marL="12700" marR="5080" algn="ctr">
              <a:lnSpc>
                <a:spcPct val="134300"/>
              </a:lnSpc>
              <a:spcBef>
                <a:spcPts val="465"/>
              </a:spcBef>
            </a:pPr>
            <a:r>
              <a:rPr sz="1350" spc="-20" dirty="0">
                <a:solidFill>
                  <a:srgbClr val="2A404F"/>
                </a:solidFill>
                <a:latin typeface="Tahoma"/>
                <a:cs typeface="Tahoma"/>
              </a:rPr>
              <a:t>Potential</a:t>
            </a:r>
            <a:r>
              <a:rPr sz="1350" spc="-114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35" dirty="0">
                <a:solidFill>
                  <a:srgbClr val="2A404F"/>
                </a:solidFill>
                <a:latin typeface="Tahoma"/>
                <a:cs typeface="Tahoma"/>
              </a:rPr>
              <a:t>increase</a:t>
            </a:r>
            <a:r>
              <a:rPr sz="1350" spc="-114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A404F"/>
                </a:solidFill>
                <a:latin typeface="Tahoma"/>
                <a:cs typeface="Tahoma"/>
              </a:rPr>
              <a:t>in</a:t>
            </a:r>
            <a:r>
              <a:rPr sz="1350" spc="-114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30" dirty="0">
                <a:solidFill>
                  <a:srgbClr val="2A404F"/>
                </a:solidFill>
                <a:latin typeface="Tahoma"/>
                <a:cs typeface="Tahoma"/>
              </a:rPr>
              <a:t>student</a:t>
            </a:r>
            <a:r>
              <a:rPr sz="1350" spc="-11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50" dirty="0">
                <a:solidFill>
                  <a:srgbClr val="2A404F"/>
                </a:solidFill>
                <a:latin typeface="Tahoma"/>
                <a:cs typeface="Tahoma"/>
              </a:rPr>
              <a:t>grades</a:t>
            </a:r>
            <a:r>
              <a:rPr sz="1350" spc="-114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A404F"/>
                </a:solidFill>
                <a:latin typeface="Tahoma"/>
                <a:cs typeface="Tahoma"/>
              </a:rPr>
              <a:t>through </a:t>
            </a:r>
            <a:r>
              <a:rPr sz="1350" spc="-40" dirty="0">
                <a:solidFill>
                  <a:srgbClr val="2A404F"/>
                </a:solidFill>
                <a:latin typeface="Tahoma"/>
                <a:cs typeface="Tahoma"/>
              </a:rPr>
              <a:t>better</a:t>
            </a:r>
            <a:r>
              <a:rPr sz="1350" spc="-10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A404F"/>
                </a:solidFill>
                <a:latin typeface="Tahoma"/>
                <a:cs typeface="Tahoma"/>
              </a:rPr>
              <a:t>tracking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12" name="Picture 11" descr="55026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8" y="1546225"/>
            <a:ext cx="1676402" cy="1676402"/>
          </a:xfrm>
          <a:prstGeom prst="rect">
            <a:avLst/>
          </a:prstGeom>
        </p:spPr>
      </p:pic>
      <p:pic>
        <p:nvPicPr>
          <p:cNvPr id="14" name="Picture 13" descr="10165100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696200" y="3146423"/>
            <a:ext cx="1219202" cy="1219202"/>
          </a:xfrm>
          <a:prstGeom prst="rect">
            <a:avLst/>
          </a:prstGeom>
        </p:spPr>
      </p:pic>
      <p:pic>
        <p:nvPicPr>
          <p:cNvPr id="15" name="Picture 14" descr="imag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1" y="4594225"/>
            <a:ext cx="1209674" cy="12096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C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5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25" dirty="0"/>
              <a:t>Team</a:t>
            </a:r>
            <a:r>
              <a:rPr spc="10" dirty="0"/>
              <a:t> </a:t>
            </a:r>
            <a:r>
              <a:rPr spc="245" dirty="0"/>
              <a:t>Members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87375" y="3887787"/>
            <a:ext cx="2297430" cy="6172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110" dirty="0">
                <a:solidFill>
                  <a:srgbClr val="2B404F"/>
                </a:solidFill>
                <a:latin typeface="Microsoft Sans Serif"/>
                <a:cs typeface="Microsoft Sans Serif"/>
              </a:rPr>
              <a:t>Daksh</a:t>
            </a:r>
            <a:r>
              <a:rPr sz="1650" spc="10" dirty="0">
                <a:solidFill>
                  <a:srgbClr val="2B404F"/>
                </a:solidFill>
                <a:latin typeface="Microsoft Sans Serif"/>
                <a:cs typeface="Microsoft Sans Serif"/>
              </a:rPr>
              <a:t> </a:t>
            </a:r>
            <a:r>
              <a:rPr sz="1650" spc="125" dirty="0">
                <a:solidFill>
                  <a:srgbClr val="2B404F"/>
                </a:solidFill>
                <a:latin typeface="Microsoft Sans Serif"/>
                <a:cs typeface="Microsoft Sans Serif"/>
              </a:rPr>
              <a:t>Kumar</a:t>
            </a:r>
            <a:r>
              <a:rPr sz="1650" spc="15" dirty="0">
                <a:solidFill>
                  <a:srgbClr val="2B404F"/>
                </a:solidFill>
                <a:latin typeface="Microsoft Sans Serif"/>
                <a:cs typeface="Microsoft Sans Serif"/>
              </a:rPr>
              <a:t> </a:t>
            </a:r>
            <a:r>
              <a:rPr sz="1650" spc="100" dirty="0">
                <a:solidFill>
                  <a:srgbClr val="2B404F"/>
                </a:solidFill>
                <a:latin typeface="Microsoft Sans Serif"/>
                <a:cs typeface="Microsoft Sans Serif"/>
              </a:rPr>
              <a:t>Saxena</a:t>
            </a:r>
            <a:endParaRPr sz="16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1350" spc="-40" dirty="0">
                <a:solidFill>
                  <a:srgbClr val="2B404F"/>
                </a:solidFill>
                <a:latin typeface="Tahoma"/>
                <a:cs typeface="Tahoma"/>
              </a:rPr>
              <a:t>Front-</a:t>
            </a:r>
            <a:r>
              <a:rPr sz="1350" spc="-45" dirty="0">
                <a:solidFill>
                  <a:srgbClr val="2B404F"/>
                </a:solidFill>
                <a:latin typeface="Tahoma"/>
                <a:cs typeface="Tahoma"/>
              </a:rPr>
              <a:t>end</a:t>
            </a:r>
            <a:r>
              <a:rPr sz="1350" spc="-7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B404F"/>
                </a:solidFill>
                <a:latin typeface="Tahoma"/>
                <a:cs typeface="Tahoma"/>
              </a:rPr>
              <a:t>Developer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98418" y="3887787"/>
            <a:ext cx="1899920" cy="6172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105" dirty="0">
                <a:solidFill>
                  <a:srgbClr val="2B404F"/>
                </a:solidFill>
                <a:latin typeface="Microsoft Sans Serif"/>
                <a:cs typeface="Microsoft Sans Serif"/>
              </a:rPr>
              <a:t>Nitesh</a:t>
            </a:r>
            <a:r>
              <a:rPr sz="1650" spc="20" dirty="0">
                <a:solidFill>
                  <a:srgbClr val="2B404F"/>
                </a:solidFill>
                <a:latin typeface="Microsoft Sans Serif"/>
                <a:cs typeface="Microsoft Sans Serif"/>
              </a:rPr>
              <a:t> </a:t>
            </a:r>
            <a:r>
              <a:rPr sz="1650" spc="90" dirty="0">
                <a:solidFill>
                  <a:srgbClr val="2B404F"/>
                </a:solidFill>
                <a:latin typeface="Microsoft Sans Serif"/>
                <a:cs typeface="Microsoft Sans Serif"/>
              </a:rPr>
              <a:t>Singh</a:t>
            </a:r>
            <a:r>
              <a:rPr sz="1650" spc="20" dirty="0">
                <a:solidFill>
                  <a:srgbClr val="2B404F"/>
                </a:solidFill>
                <a:latin typeface="Microsoft Sans Serif"/>
                <a:cs typeface="Microsoft Sans Serif"/>
              </a:rPr>
              <a:t> </a:t>
            </a:r>
            <a:r>
              <a:rPr sz="1650" spc="80" dirty="0">
                <a:solidFill>
                  <a:srgbClr val="2B404F"/>
                </a:solidFill>
                <a:latin typeface="Microsoft Sans Serif"/>
                <a:cs typeface="Microsoft Sans Serif"/>
              </a:rPr>
              <a:t>Negi</a:t>
            </a:r>
            <a:endParaRPr sz="16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1350" spc="-35" dirty="0">
                <a:solidFill>
                  <a:srgbClr val="2B404F"/>
                </a:solidFill>
                <a:latin typeface="Tahoma"/>
                <a:cs typeface="Tahoma"/>
              </a:rPr>
              <a:t>Back-</a:t>
            </a:r>
            <a:r>
              <a:rPr sz="1350" spc="-45" dirty="0">
                <a:solidFill>
                  <a:srgbClr val="2B404F"/>
                </a:solidFill>
                <a:latin typeface="Tahoma"/>
                <a:cs typeface="Tahoma"/>
              </a:rPr>
              <a:t>end</a:t>
            </a:r>
            <a:r>
              <a:rPr sz="1350" spc="-10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B404F"/>
                </a:solidFill>
                <a:latin typeface="Tahoma"/>
                <a:cs typeface="Tahoma"/>
              </a:rPr>
              <a:t>Developer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09462" y="3887787"/>
            <a:ext cx="2250440" cy="6172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125" dirty="0">
                <a:solidFill>
                  <a:srgbClr val="2B404F"/>
                </a:solidFill>
                <a:latin typeface="Microsoft Sans Serif"/>
                <a:cs typeface="Microsoft Sans Serif"/>
              </a:rPr>
              <a:t>Sumit</a:t>
            </a:r>
            <a:r>
              <a:rPr sz="1650" spc="10" dirty="0">
                <a:solidFill>
                  <a:srgbClr val="2B404F"/>
                </a:solidFill>
                <a:latin typeface="Microsoft Sans Serif"/>
                <a:cs typeface="Microsoft Sans Serif"/>
              </a:rPr>
              <a:t> </a:t>
            </a:r>
            <a:r>
              <a:rPr sz="1650" spc="125" dirty="0">
                <a:solidFill>
                  <a:srgbClr val="2B404F"/>
                </a:solidFill>
                <a:latin typeface="Microsoft Sans Serif"/>
                <a:cs typeface="Microsoft Sans Serif"/>
              </a:rPr>
              <a:t>Kumar</a:t>
            </a:r>
            <a:r>
              <a:rPr sz="1650" spc="10" dirty="0">
                <a:solidFill>
                  <a:srgbClr val="2B404F"/>
                </a:solidFill>
                <a:latin typeface="Microsoft Sans Serif"/>
                <a:cs typeface="Microsoft Sans Serif"/>
              </a:rPr>
              <a:t> </a:t>
            </a:r>
            <a:r>
              <a:rPr sz="1650" spc="100" dirty="0">
                <a:solidFill>
                  <a:srgbClr val="2B404F"/>
                </a:solidFill>
                <a:latin typeface="Microsoft Sans Serif"/>
                <a:cs typeface="Microsoft Sans Serif"/>
              </a:rPr>
              <a:t>Saxena</a:t>
            </a:r>
            <a:endParaRPr sz="16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1350" spc="-55" dirty="0">
                <a:solidFill>
                  <a:srgbClr val="2B404F"/>
                </a:solidFill>
                <a:latin typeface="Tahoma"/>
                <a:cs typeface="Tahoma"/>
              </a:rPr>
              <a:t>Database</a:t>
            </a:r>
            <a:r>
              <a:rPr sz="1350" spc="-8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B404F"/>
                </a:solidFill>
                <a:latin typeface="Tahoma"/>
                <a:cs typeface="Tahoma"/>
              </a:rPr>
              <a:t>Manager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20493" y="3887787"/>
            <a:ext cx="1342390" cy="6172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110" dirty="0">
                <a:solidFill>
                  <a:srgbClr val="2B404F"/>
                </a:solidFill>
                <a:latin typeface="Microsoft Sans Serif"/>
                <a:cs typeface="Microsoft Sans Serif"/>
              </a:rPr>
              <a:t>Vansh</a:t>
            </a:r>
            <a:r>
              <a:rPr sz="1650" spc="10" dirty="0">
                <a:solidFill>
                  <a:srgbClr val="2B404F"/>
                </a:solidFill>
                <a:latin typeface="Microsoft Sans Serif"/>
                <a:cs typeface="Microsoft Sans Serif"/>
              </a:rPr>
              <a:t> </a:t>
            </a:r>
            <a:r>
              <a:rPr sz="1650" spc="70" dirty="0">
                <a:solidFill>
                  <a:srgbClr val="2B404F"/>
                </a:solidFill>
                <a:latin typeface="Microsoft Sans Serif"/>
                <a:cs typeface="Microsoft Sans Serif"/>
              </a:rPr>
              <a:t>Singh</a:t>
            </a:r>
            <a:endParaRPr sz="16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1350" spc="-65" dirty="0">
                <a:solidFill>
                  <a:srgbClr val="2B404F"/>
                </a:solidFill>
                <a:latin typeface="Tahoma"/>
                <a:cs typeface="Tahoma"/>
              </a:rPr>
              <a:t>UI-</a:t>
            </a:r>
            <a:r>
              <a:rPr sz="1350" spc="-105" dirty="0">
                <a:solidFill>
                  <a:srgbClr val="2B404F"/>
                </a:solidFill>
                <a:latin typeface="Tahoma"/>
                <a:cs typeface="Tahoma"/>
              </a:rPr>
              <a:t>UX</a:t>
            </a:r>
            <a:r>
              <a:rPr sz="1350" spc="-12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B404F"/>
                </a:solidFill>
                <a:latin typeface="Tahoma"/>
                <a:cs typeface="Tahoma"/>
              </a:rPr>
              <a:t>Designer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7375" y="4740275"/>
            <a:ext cx="174688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20" dirty="0">
                <a:solidFill>
                  <a:srgbClr val="2B404F"/>
                </a:solidFill>
                <a:latin typeface="Tahoma"/>
                <a:cs typeface="Tahoma"/>
              </a:rPr>
              <a:t>Bareilly</a:t>
            </a:r>
            <a:r>
              <a:rPr sz="1350" spc="-10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50" spc="-40" dirty="0">
                <a:solidFill>
                  <a:srgbClr val="2B404F"/>
                </a:solidFill>
                <a:latin typeface="Tahoma"/>
                <a:cs typeface="Tahoma"/>
              </a:rPr>
              <a:t>College,</a:t>
            </a:r>
            <a:r>
              <a:rPr sz="1350" spc="-9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B404F"/>
                </a:solidFill>
                <a:latin typeface="Tahoma"/>
                <a:cs typeface="Tahoma"/>
              </a:rPr>
              <a:t>Bareilly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</TotalTime>
  <Words>379</Words>
  <Application>Microsoft Office PowerPoint</Application>
  <PresentationFormat>Custom</PresentationFormat>
  <Paragraphs>74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Smart Classroom Management Software</vt:lpstr>
      <vt:lpstr>Project Overview</vt:lpstr>
      <vt:lpstr>Problem Statement</vt:lpstr>
      <vt:lpstr>Our Solution</vt:lpstr>
      <vt:lpstr>System Architecture</vt:lpstr>
      <vt:lpstr>Key Features</vt:lpstr>
      <vt:lpstr>Technology Stack</vt:lpstr>
      <vt:lpstr>Expected Outcomes</vt:lpstr>
      <vt:lpstr>Team Members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Classroom Management Software</dc:title>
  <cp:lastModifiedBy>HP</cp:lastModifiedBy>
  <cp:revision>6</cp:revision>
  <dcterms:created xsi:type="dcterms:W3CDTF">2026-03-16T10:07:33Z</dcterms:created>
  <dcterms:modified xsi:type="dcterms:W3CDTF">2026-03-16T16:16:28Z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2026-03-16T00:00:00Z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2026-03-16T00:00:00Z</vt:filetime>
  </property>
  <property fmtid="{D5CDD505-2E9C-101B-9397-08002B2CF9AE}" pid="5" name="Producer">
    <vt:lpwstr>pdf-lib (https://github.com/Hopding/pdf-lib)</vt:lpwstr>
  </property>
</Properties>
</file>